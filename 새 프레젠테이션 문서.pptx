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DEBF"/>
    <a:srgbClr val="5B9BD5"/>
    <a:srgbClr val="FFC000"/>
    <a:srgbClr val="FFFFFF"/>
    <a:srgbClr val="94F319"/>
    <a:srgbClr val="30E8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pcgamer.com/heres-how-we-play-games/" TargetMode="External"/><Relationship Id="rId1" Type="http://schemas.openxmlformats.org/officeDocument/2006/relationships/image" Target="../media/image4.jpg"/><Relationship Id="rId6" Type="http://schemas.openxmlformats.org/officeDocument/2006/relationships/hyperlink" Target="https://cctv-online-kudus.blogspot.com/2019/03/jasa-pemasangan-cctv-online-bergaransi.html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www.bodnara.co.kr/bbs/article.html?num=185945" TargetMode="External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pcgamer.com/heres-how-we-play-games/" TargetMode="External"/><Relationship Id="rId1" Type="http://schemas.openxmlformats.org/officeDocument/2006/relationships/image" Target="../media/image4.jpg"/><Relationship Id="rId6" Type="http://schemas.openxmlformats.org/officeDocument/2006/relationships/hyperlink" Target="https://cctv-online-kudus.blogspot.com/2019/03/jasa-pemasangan-cctv-online-bergaransi.html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www.bodnara.co.kr/bbs/article.html?num=185945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EF6CB2-B2B9-4CCD-9C2E-F2FFF923FB76}" type="doc">
      <dgm:prSet loTypeId="urn:microsoft.com/office/officeart/2005/8/layout/cycle3" loCatId="cycle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pPr latinLnBrk="1"/>
          <a:endParaRPr lang="ko-KR" altLang="en-US"/>
        </a:p>
      </dgm:t>
    </dgm:pt>
    <dgm:pt modelId="{B9935271-A474-4C9B-97AB-726E01FDB965}">
      <dgm:prSet phldrT="[텍스트]"/>
      <dgm:spPr/>
      <dgm:t>
        <a:bodyPr/>
        <a:lstStyle/>
        <a:p>
          <a:pPr latinLnBrk="1"/>
          <a:r>
            <a:rPr lang="ko-KR" altLang="en-US" dirty="0"/>
            <a:t>무결성</a:t>
          </a:r>
        </a:p>
      </dgm:t>
    </dgm:pt>
    <dgm:pt modelId="{435272B2-BB54-410E-83D6-9B2FEE58FD62}" type="parTrans" cxnId="{375E5DB3-4D10-4296-BC73-5804FE3D5C0A}">
      <dgm:prSet/>
      <dgm:spPr/>
      <dgm:t>
        <a:bodyPr/>
        <a:lstStyle/>
        <a:p>
          <a:pPr latinLnBrk="1"/>
          <a:endParaRPr lang="ko-KR" altLang="en-US"/>
        </a:p>
      </dgm:t>
    </dgm:pt>
    <dgm:pt modelId="{036ABE9B-CBB0-496C-9373-9F31A82EDD2B}" type="sibTrans" cxnId="{375E5DB3-4D10-4296-BC73-5804FE3D5C0A}">
      <dgm:prSet/>
      <dgm:spPr/>
      <dgm:t>
        <a:bodyPr/>
        <a:lstStyle/>
        <a:p>
          <a:pPr latinLnBrk="1"/>
          <a:endParaRPr lang="ko-KR" altLang="en-US"/>
        </a:p>
      </dgm:t>
    </dgm:pt>
    <dgm:pt modelId="{CBC7BDD7-0109-4921-8C6A-5C98E3CF2FA0}">
      <dgm:prSet phldrT="[텍스트]"/>
      <dgm:spPr/>
      <dgm:t>
        <a:bodyPr/>
        <a:lstStyle/>
        <a:p>
          <a:pPr latinLnBrk="1"/>
          <a:r>
            <a:rPr lang="ko-KR" altLang="en-US" dirty="0"/>
            <a:t>신속성</a:t>
          </a:r>
        </a:p>
      </dgm:t>
    </dgm:pt>
    <dgm:pt modelId="{AF427434-7685-4C9C-8E33-5D25B3657026}" type="parTrans" cxnId="{C5119A24-C0A4-45A3-B422-383382FE494C}">
      <dgm:prSet/>
      <dgm:spPr/>
      <dgm:t>
        <a:bodyPr/>
        <a:lstStyle/>
        <a:p>
          <a:pPr latinLnBrk="1"/>
          <a:endParaRPr lang="ko-KR" altLang="en-US"/>
        </a:p>
      </dgm:t>
    </dgm:pt>
    <dgm:pt modelId="{AA1C51B5-7D7A-4254-9C66-23D1A6DEF356}" type="sibTrans" cxnId="{C5119A24-C0A4-45A3-B422-383382FE494C}">
      <dgm:prSet/>
      <dgm:spPr/>
      <dgm:t>
        <a:bodyPr/>
        <a:lstStyle/>
        <a:p>
          <a:pPr latinLnBrk="1"/>
          <a:endParaRPr lang="ko-KR" altLang="en-US"/>
        </a:p>
      </dgm:t>
    </dgm:pt>
    <dgm:pt modelId="{5D967E6B-0E12-46EC-9FD6-B01F2FE11572}">
      <dgm:prSet phldrT="[텍스트]"/>
      <dgm:spPr/>
      <dgm:t>
        <a:bodyPr/>
        <a:lstStyle/>
        <a:p>
          <a:pPr latinLnBrk="1"/>
          <a:r>
            <a:rPr lang="ko-KR" altLang="en-US" dirty="0"/>
            <a:t>연계보관성</a:t>
          </a:r>
        </a:p>
      </dgm:t>
    </dgm:pt>
    <dgm:pt modelId="{EC42306A-B6BC-4DAA-AE7D-5D9869EB9E94}" type="parTrans" cxnId="{A8A1FF1B-0A08-49CF-994E-EC81E78EBE65}">
      <dgm:prSet/>
      <dgm:spPr/>
      <dgm:t>
        <a:bodyPr/>
        <a:lstStyle/>
        <a:p>
          <a:pPr latinLnBrk="1"/>
          <a:endParaRPr lang="ko-KR" altLang="en-US"/>
        </a:p>
      </dgm:t>
    </dgm:pt>
    <dgm:pt modelId="{505E56BB-1805-44C0-BF54-C4355F0D23D2}" type="sibTrans" cxnId="{A8A1FF1B-0A08-49CF-994E-EC81E78EBE65}">
      <dgm:prSet/>
      <dgm:spPr/>
      <dgm:t>
        <a:bodyPr/>
        <a:lstStyle/>
        <a:p>
          <a:pPr latinLnBrk="1"/>
          <a:endParaRPr lang="ko-KR" altLang="en-US"/>
        </a:p>
      </dgm:t>
    </dgm:pt>
    <dgm:pt modelId="{1610A683-B7FF-41D5-81D1-92DE496AAA12}">
      <dgm:prSet phldrT="[텍스트]"/>
      <dgm:spPr/>
      <dgm:t>
        <a:bodyPr/>
        <a:lstStyle/>
        <a:p>
          <a:pPr latinLnBrk="1"/>
          <a:r>
            <a:rPr lang="ko-KR" altLang="en-US" dirty="0"/>
            <a:t>정당성</a:t>
          </a:r>
        </a:p>
      </dgm:t>
    </dgm:pt>
    <dgm:pt modelId="{26A9C3E3-82B7-475B-848C-03B94DB3EB5D}" type="parTrans" cxnId="{E92DAF43-73A6-4590-80F6-E61C567D3867}">
      <dgm:prSet/>
      <dgm:spPr/>
      <dgm:t>
        <a:bodyPr/>
        <a:lstStyle/>
        <a:p>
          <a:pPr latinLnBrk="1"/>
          <a:endParaRPr lang="ko-KR" altLang="en-US"/>
        </a:p>
      </dgm:t>
    </dgm:pt>
    <dgm:pt modelId="{40475720-9E0A-443E-AF9A-9030FAB589DC}" type="sibTrans" cxnId="{E92DAF43-73A6-4590-80F6-E61C567D3867}">
      <dgm:prSet/>
      <dgm:spPr/>
      <dgm:t>
        <a:bodyPr/>
        <a:lstStyle/>
        <a:p>
          <a:pPr latinLnBrk="1"/>
          <a:endParaRPr lang="ko-KR" altLang="en-US"/>
        </a:p>
      </dgm:t>
    </dgm:pt>
    <dgm:pt modelId="{15F39AC4-B762-4390-AFD3-49C3E292EE38}">
      <dgm:prSet phldrT="[텍스트]"/>
      <dgm:spPr/>
      <dgm:t>
        <a:bodyPr/>
        <a:lstStyle/>
        <a:p>
          <a:pPr latinLnBrk="1"/>
          <a:r>
            <a:rPr lang="ko-KR" altLang="en-US" dirty="0"/>
            <a:t>재현성</a:t>
          </a:r>
        </a:p>
      </dgm:t>
    </dgm:pt>
    <dgm:pt modelId="{E4275C7C-D09A-472D-824B-EE375575DB4D}" type="parTrans" cxnId="{85128A22-5D08-4E7D-BB78-EFBA79FAAC50}">
      <dgm:prSet/>
      <dgm:spPr/>
      <dgm:t>
        <a:bodyPr/>
        <a:lstStyle/>
        <a:p>
          <a:pPr latinLnBrk="1"/>
          <a:endParaRPr lang="ko-KR" altLang="en-US"/>
        </a:p>
      </dgm:t>
    </dgm:pt>
    <dgm:pt modelId="{E0D9043D-0F82-4252-8308-F4399075A227}" type="sibTrans" cxnId="{85128A22-5D08-4E7D-BB78-EFBA79FAAC50}">
      <dgm:prSet/>
      <dgm:spPr/>
      <dgm:t>
        <a:bodyPr/>
        <a:lstStyle/>
        <a:p>
          <a:pPr latinLnBrk="1"/>
          <a:endParaRPr lang="ko-KR" altLang="en-US"/>
        </a:p>
      </dgm:t>
    </dgm:pt>
    <dgm:pt modelId="{208E14D0-38C3-41CB-AD38-B19562D0BCE8}">
      <dgm:prSet phldrT="[텍스트]"/>
      <dgm:spPr/>
      <dgm:t>
        <a:bodyPr/>
        <a:lstStyle/>
        <a:p>
          <a:pPr latinLnBrk="1"/>
          <a:r>
            <a:rPr lang="en-US" altLang="ko-KR" dirty="0"/>
            <a:t>(</a:t>
          </a:r>
          <a:r>
            <a:rPr lang="ko-KR" altLang="en-US" dirty="0"/>
            <a:t>주로</a:t>
          </a:r>
          <a:r>
            <a:rPr lang="en-US" altLang="ko-KR" dirty="0"/>
            <a:t>) </a:t>
          </a:r>
          <a:r>
            <a:rPr lang="ko-KR" altLang="en-US" dirty="0"/>
            <a:t>절차적</a:t>
          </a:r>
        </a:p>
      </dgm:t>
    </dgm:pt>
    <dgm:pt modelId="{CE405FAD-746A-4B67-9ED4-619C5A3282E2}" type="parTrans" cxnId="{AE69FC31-EE67-488C-A03E-D0EF54904F6B}">
      <dgm:prSet/>
      <dgm:spPr/>
      <dgm:t>
        <a:bodyPr/>
        <a:lstStyle/>
        <a:p>
          <a:pPr latinLnBrk="1"/>
          <a:endParaRPr lang="ko-KR" altLang="en-US"/>
        </a:p>
      </dgm:t>
    </dgm:pt>
    <dgm:pt modelId="{F4BCF505-5008-4F87-9F85-4E0A0D687DD2}" type="sibTrans" cxnId="{AE69FC31-EE67-488C-A03E-D0EF54904F6B}">
      <dgm:prSet/>
      <dgm:spPr/>
      <dgm:t>
        <a:bodyPr/>
        <a:lstStyle/>
        <a:p>
          <a:pPr latinLnBrk="1"/>
          <a:endParaRPr lang="ko-KR" altLang="en-US"/>
        </a:p>
      </dgm:t>
    </dgm:pt>
    <dgm:pt modelId="{F004527F-BAE4-4E51-81E5-A068928723EB}">
      <dgm:prSet phldrT="[텍스트]"/>
      <dgm:spPr/>
      <dgm:t>
        <a:bodyPr/>
        <a:lstStyle/>
        <a:p>
          <a:pPr latinLnBrk="1"/>
          <a:r>
            <a:rPr lang="ko-KR" altLang="en-US" dirty="0"/>
            <a:t>적시성</a:t>
          </a:r>
        </a:p>
      </dgm:t>
    </dgm:pt>
    <dgm:pt modelId="{CC0977A6-7A93-4A2B-953C-4A271A7C085C}" type="parTrans" cxnId="{4E303DD0-5D70-4C0D-B7B3-50F0EC086E80}">
      <dgm:prSet/>
      <dgm:spPr/>
      <dgm:t>
        <a:bodyPr/>
        <a:lstStyle/>
        <a:p>
          <a:pPr latinLnBrk="1"/>
          <a:endParaRPr lang="ko-KR" altLang="en-US"/>
        </a:p>
      </dgm:t>
    </dgm:pt>
    <dgm:pt modelId="{438FBC98-FB77-48E9-A622-32B07EF9B823}" type="sibTrans" cxnId="{4E303DD0-5D70-4C0D-B7B3-50F0EC086E80}">
      <dgm:prSet/>
      <dgm:spPr/>
      <dgm:t>
        <a:bodyPr/>
        <a:lstStyle/>
        <a:p>
          <a:pPr latinLnBrk="1"/>
          <a:endParaRPr lang="ko-KR" altLang="en-US"/>
        </a:p>
      </dgm:t>
    </dgm:pt>
    <dgm:pt modelId="{A268C5B1-78E0-4B43-910C-C5BFD24E3B0A}">
      <dgm:prSet phldrT="[텍스트]"/>
      <dgm:spPr/>
      <dgm:t>
        <a:bodyPr/>
        <a:lstStyle/>
        <a:p>
          <a:pPr latinLnBrk="1"/>
          <a:r>
            <a:rPr lang="ko-KR" altLang="en-US" dirty="0" err="1"/>
            <a:t>결과현출</a:t>
          </a:r>
          <a:endParaRPr lang="ko-KR" altLang="en-US" dirty="0"/>
        </a:p>
      </dgm:t>
    </dgm:pt>
    <dgm:pt modelId="{B4312CDD-DEDF-4642-A180-AEDA33E646DC}" type="parTrans" cxnId="{8901A3A2-4BCC-40FE-87CF-A0F4B9B900FA}">
      <dgm:prSet/>
      <dgm:spPr/>
      <dgm:t>
        <a:bodyPr/>
        <a:lstStyle/>
        <a:p>
          <a:pPr latinLnBrk="1"/>
          <a:endParaRPr lang="ko-KR" altLang="en-US"/>
        </a:p>
      </dgm:t>
    </dgm:pt>
    <dgm:pt modelId="{0872918F-BABF-4C76-9B37-148D12CD7706}" type="sibTrans" cxnId="{8901A3A2-4BCC-40FE-87CF-A0F4B9B900FA}">
      <dgm:prSet/>
      <dgm:spPr/>
      <dgm:t>
        <a:bodyPr/>
        <a:lstStyle/>
        <a:p>
          <a:pPr latinLnBrk="1"/>
          <a:endParaRPr lang="ko-KR" altLang="en-US"/>
        </a:p>
      </dgm:t>
    </dgm:pt>
    <dgm:pt modelId="{F525492A-272C-4852-86C7-611880E45084}">
      <dgm:prSet phldrT="[텍스트]"/>
      <dgm:spPr/>
      <dgm:t>
        <a:bodyPr/>
        <a:lstStyle/>
        <a:p>
          <a:pPr latinLnBrk="1"/>
          <a:r>
            <a:rPr lang="ko-KR" altLang="en-US" dirty="0"/>
            <a:t>증거관리</a:t>
          </a:r>
        </a:p>
      </dgm:t>
    </dgm:pt>
    <dgm:pt modelId="{4970BAE8-575A-42F5-9F78-632264ACDF46}" type="parTrans" cxnId="{9F9573F7-8042-4EC9-AB96-751C846AA6B1}">
      <dgm:prSet/>
      <dgm:spPr/>
      <dgm:t>
        <a:bodyPr/>
        <a:lstStyle/>
        <a:p>
          <a:pPr latinLnBrk="1"/>
          <a:endParaRPr lang="ko-KR" altLang="en-US"/>
        </a:p>
      </dgm:t>
    </dgm:pt>
    <dgm:pt modelId="{5914D950-C1B0-4720-92E6-31972D2C025B}" type="sibTrans" cxnId="{9F9573F7-8042-4EC9-AB96-751C846AA6B1}">
      <dgm:prSet/>
      <dgm:spPr/>
      <dgm:t>
        <a:bodyPr/>
        <a:lstStyle/>
        <a:p>
          <a:pPr latinLnBrk="1"/>
          <a:endParaRPr lang="ko-KR" altLang="en-US"/>
        </a:p>
      </dgm:t>
    </dgm:pt>
    <dgm:pt modelId="{E306005E-B87E-4EC0-B3A9-2C3673D94897}">
      <dgm:prSet phldrT="[텍스트]"/>
      <dgm:spPr/>
      <dgm:t>
        <a:bodyPr/>
        <a:lstStyle/>
        <a:p>
          <a:pPr latinLnBrk="1"/>
          <a:r>
            <a:rPr lang="ko-KR" altLang="en-US" dirty="0"/>
            <a:t>원본 동일성</a:t>
          </a:r>
        </a:p>
      </dgm:t>
    </dgm:pt>
    <dgm:pt modelId="{24B4DA88-5D15-4CA0-912D-6C3F99A7F042}" type="parTrans" cxnId="{DCF84837-561F-4E40-B4C3-7E6DE1E073A8}">
      <dgm:prSet/>
      <dgm:spPr/>
      <dgm:t>
        <a:bodyPr/>
        <a:lstStyle/>
        <a:p>
          <a:pPr latinLnBrk="1"/>
          <a:endParaRPr lang="ko-KR" altLang="en-US"/>
        </a:p>
      </dgm:t>
    </dgm:pt>
    <dgm:pt modelId="{F815F91B-29CF-4AFA-B5C3-07F5A2363B41}" type="sibTrans" cxnId="{DCF84837-561F-4E40-B4C3-7E6DE1E073A8}">
      <dgm:prSet/>
      <dgm:spPr/>
      <dgm:t>
        <a:bodyPr/>
        <a:lstStyle/>
        <a:p>
          <a:pPr latinLnBrk="1"/>
          <a:endParaRPr lang="ko-KR" altLang="en-US"/>
        </a:p>
      </dgm:t>
    </dgm:pt>
    <dgm:pt modelId="{3280B285-CCB1-4A82-B58E-0649AD505213}">
      <dgm:prSet phldrT="[텍스트]"/>
      <dgm:spPr/>
      <dgm:t>
        <a:bodyPr/>
        <a:lstStyle/>
        <a:p>
          <a:pPr latinLnBrk="1"/>
          <a:r>
            <a:rPr lang="ko-KR" altLang="en-US" dirty="0"/>
            <a:t>분석방법</a:t>
          </a:r>
        </a:p>
      </dgm:t>
    </dgm:pt>
    <dgm:pt modelId="{D4AE76C8-A490-4A55-92F6-AD4B384BBB93}" type="parTrans" cxnId="{17BF5A46-18DA-4511-B49D-C5C5A285BDE1}">
      <dgm:prSet/>
      <dgm:spPr/>
      <dgm:t>
        <a:bodyPr/>
        <a:lstStyle/>
        <a:p>
          <a:pPr latinLnBrk="1"/>
          <a:endParaRPr lang="ko-KR" altLang="en-US"/>
        </a:p>
      </dgm:t>
    </dgm:pt>
    <dgm:pt modelId="{C6D1F9CF-DBC6-4E53-B886-7809F11BD1D3}" type="sibTrans" cxnId="{17BF5A46-18DA-4511-B49D-C5C5A285BDE1}">
      <dgm:prSet/>
      <dgm:spPr/>
      <dgm:t>
        <a:bodyPr/>
        <a:lstStyle/>
        <a:p>
          <a:pPr latinLnBrk="1"/>
          <a:endParaRPr lang="ko-KR" altLang="en-US"/>
        </a:p>
      </dgm:t>
    </dgm:pt>
    <dgm:pt modelId="{EC314E4C-BCA9-4EA2-8AC0-44811B56D29C}" type="pres">
      <dgm:prSet presAssocID="{65EF6CB2-B2B9-4CCD-9C2E-F2FFF923FB76}" presName="Name0" presStyleCnt="0">
        <dgm:presLayoutVars>
          <dgm:dir/>
          <dgm:resizeHandles val="exact"/>
        </dgm:presLayoutVars>
      </dgm:prSet>
      <dgm:spPr/>
    </dgm:pt>
    <dgm:pt modelId="{E8D19C23-848E-4C90-A738-D6E06BAE9541}" type="pres">
      <dgm:prSet presAssocID="{65EF6CB2-B2B9-4CCD-9C2E-F2FFF923FB76}" presName="cycle" presStyleCnt="0"/>
      <dgm:spPr/>
    </dgm:pt>
    <dgm:pt modelId="{76EB3E45-4667-4E2E-BF33-97E13F41CE9F}" type="pres">
      <dgm:prSet presAssocID="{B9935271-A474-4C9B-97AB-726E01FDB965}" presName="nodeFirstNode" presStyleLbl="node1" presStyleIdx="0" presStyleCnt="5">
        <dgm:presLayoutVars>
          <dgm:bulletEnabled val="1"/>
        </dgm:presLayoutVars>
      </dgm:prSet>
      <dgm:spPr/>
    </dgm:pt>
    <dgm:pt modelId="{B8CBD6D1-FA57-409F-8A66-FB2EC824EC58}" type="pres">
      <dgm:prSet presAssocID="{036ABE9B-CBB0-496C-9373-9F31A82EDD2B}" presName="sibTransFirstNode" presStyleLbl="bgShp" presStyleIdx="0" presStyleCnt="1"/>
      <dgm:spPr/>
    </dgm:pt>
    <dgm:pt modelId="{C7C1530C-AB81-448E-AF83-C97C878C5B8F}" type="pres">
      <dgm:prSet presAssocID="{CBC7BDD7-0109-4921-8C6A-5C98E3CF2FA0}" presName="nodeFollowingNodes" presStyleLbl="node1" presStyleIdx="1" presStyleCnt="5">
        <dgm:presLayoutVars>
          <dgm:bulletEnabled val="1"/>
        </dgm:presLayoutVars>
      </dgm:prSet>
      <dgm:spPr/>
    </dgm:pt>
    <dgm:pt modelId="{163233E0-38EB-4338-8230-CCAE4391BDF9}" type="pres">
      <dgm:prSet presAssocID="{5D967E6B-0E12-46EC-9FD6-B01F2FE11572}" presName="nodeFollowingNodes" presStyleLbl="node1" presStyleIdx="2" presStyleCnt="5">
        <dgm:presLayoutVars>
          <dgm:bulletEnabled val="1"/>
        </dgm:presLayoutVars>
      </dgm:prSet>
      <dgm:spPr/>
    </dgm:pt>
    <dgm:pt modelId="{F7010EE1-3598-437D-AF3E-2E64078EEC52}" type="pres">
      <dgm:prSet presAssocID="{1610A683-B7FF-41D5-81D1-92DE496AAA12}" presName="nodeFollowingNodes" presStyleLbl="node1" presStyleIdx="3" presStyleCnt="5">
        <dgm:presLayoutVars>
          <dgm:bulletEnabled val="1"/>
        </dgm:presLayoutVars>
      </dgm:prSet>
      <dgm:spPr/>
    </dgm:pt>
    <dgm:pt modelId="{EB060546-7240-414F-A162-124A368E0983}" type="pres">
      <dgm:prSet presAssocID="{15F39AC4-B762-4390-AFD3-49C3E292EE38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A547D70D-DAAF-4BAE-81BE-706D3A33B8EB}" type="presOf" srcId="{208E14D0-38C3-41CB-AD38-B19562D0BCE8}" destId="{F7010EE1-3598-437D-AF3E-2E64078EEC52}" srcOrd="0" destOrd="1" presId="urn:microsoft.com/office/officeart/2005/8/layout/cycle3"/>
    <dgm:cxn modelId="{A8A1FF1B-0A08-49CF-994E-EC81E78EBE65}" srcId="{65EF6CB2-B2B9-4CCD-9C2E-F2FFF923FB76}" destId="{5D967E6B-0E12-46EC-9FD6-B01F2FE11572}" srcOrd="2" destOrd="0" parTransId="{EC42306A-B6BC-4DAA-AE7D-5D9869EB9E94}" sibTransId="{505E56BB-1805-44C0-BF54-C4355F0D23D2}"/>
    <dgm:cxn modelId="{85128A22-5D08-4E7D-BB78-EFBA79FAAC50}" srcId="{65EF6CB2-B2B9-4CCD-9C2E-F2FFF923FB76}" destId="{15F39AC4-B762-4390-AFD3-49C3E292EE38}" srcOrd="4" destOrd="0" parTransId="{E4275C7C-D09A-472D-824B-EE375575DB4D}" sibTransId="{E0D9043D-0F82-4252-8308-F4399075A227}"/>
    <dgm:cxn modelId="{C5119A24-C0A4-45A3-B422-383382FE494C}" srcId="{65EF6CB2-B2B9-4CCD-9C2E-F2FFF923FB76}" destId="{CBC7BDD7-0109-4921-8C6A-5C98E3CF2FA0}" srcOrd="1" destOrd="0" parTransId="{AF427434-7685-4C9C-8E33-5D25B3657026}" sibTransId="{AA1C51B5-7D7A-4254-9C66-23D1A6DEF356}"/>
    <dgm:cxn modelId="{B6E17527-728E-4CB5-9D8D-1158ACA1A44D}" type="presOf" srcId="{E306005E-B87E-4EC0-B3A9-2C3673D94897}" destId="{76EB3E45-4667-4E2E-BF33-97E13F41CE9F}" srcOrd="0" destOrd="1" presId="urn:microsoft.com/office/officeart/2005/8/layout/cycle3"/>
    <dgm:cxn modelId="{AE69FC31-EE67-488C-A03E-D0EF54904F6B}" srcId="{1610A683-B7FF-41D5-81D1-92DE496AAA12}" destId="{208E14D0-38C3-41CB-AD38-B19562D0BCE8}" srcOrd="0" destOrd="0" parTransId="{CE405FAD-746A-4B67-9ED4-619C5A3282E2}" sibTransId="{F4BCF505-5008-4F87-9F85-4E0A0D687DD2}"/>
    <dgm:cxn modelId="{DCF84837-561F-4E40-B4C3-7E6DE1E073A8}" srcId="{B9935271-A474-4C9B-97AB-726E01FDB965}" destId="{E306005E-B87E-4EC0-B3A9-2C3673D94897}" srcOrd="0" destOrd="0" parTransId="{24B4DA88-5D15-4CA0-912D-6C3F99A7F042}" sibTransId="{F815F91B-29CF-4AFA-B5C3-07F5A2363B41}"/>
    <dgm:cxn modelId="{9362FA3C-D094-43F4-890F-7344A21796FF}" type="presOf" srcId="{F004527F-BAE4-4E51-81E5-A068928723EB}" destId="{C7C1530C-AB81-448E-AF83-C97C878C5B8F}" srcOrd="0" destOrd="1" presId="urn:microsoft.com/office/officeart/2005/8/layout/cycle3"/>
    <dgm:cxn modelId="{A61C7662-46B8-4ADE-8031-23293C8CC3C3}" type="presOf" srcId="{65EF6CB2-B2B9-4CCD-9C2E-F2FFF923FB76}" destId="{EC314E4C-BCA9-4EA2-8AC0-44811B56D29C}" srcOrd="0" destOrd="0" presId="urn:microsoft.com/office/officeart/2005/8/layout/cycle3"/>
    <dgm:cxn modelId="{E92DAF43-73A6-4590-80F6-E61C567D3867}" srcId="{65EF6CB2-B2B9-4CCD-9C2E-F2FFF923FB76}" destId="{1610A683-B7FF-41D5-81D1-92DE496AAA12}" srcOrd="3" destOrd="0" parTransId="{26A9C3E3-82B7-475B-848C-03B94DB3EB5D}" sibTransId="{40475720-9E0A-443E-AF9A-9030FAB589DC}"/>
    <dgm:cxn modelId="{C53A3844-7B0D-4369-9620-A5A9AF1C9F60}" type="presOf" srcId="{3280B285-CCB1-4A82-B58E-0649AD505213}" destId="{EB060546-7240-414F-A162-124A368E0983}" srcOrd="0" destOrd="1" presId="urn:microsoft.com/office/officeart/2005/8/layout/cycle3"/>
    <dgm:cxn modelId="{45EABD64-282C-4883-AF3E-61DF43641B35}" type="presOf" srcId="{F525492A-272C-4852-86C7-611880E45084}" destId="{163233E0-38EB-4338-8230-CCAE4391BDF9}" srcOrd="0" destOrd="1" presId="urn:microsoft.com/office/officeart/2005/8/layout/cycle3"/>
    <dgm:cxn modelId="{17BF5A46-18DA-4511-B49D-C5C5A285BDE1}" srcId="{15F39AC4-B762-4390-AFD3-49C3E292EE38}" destId="{3280B285-CCB1-4A82-B58E-0649AD505213}" srcOrd="0" destOrd="0" parTransId="{D4AE76C8-A490-4A55-92F6-AD4B384BBB93}" sibTransId="{C6D1F9CF-DBC6-4E53-B886-7809F11BD1D3}"/>
    <dgm:cxn modelId="{E3416367-863D-4E66-A9FD-A5086A4D9836}" type="presOf" srcId="{15F39AC4-B762-4390-AFD3-49C3E292EE38}" destId="{EB060546-7240-414F-A162-124A368E0983}" srcOrd="0" destOrd="0" presId="urn:microsoft.com/office/officeart/2005/8/layout/cycle3"/>
    <dgm:cxn modelId="{F84AFE6B-02FB-4F03-9ACD-013AF7A81F9B}" type="presOf" srcId="{B9935271-A474-4C9B-97AB-726E01FDB965}" destId="{76EB3E45-4667-4E2E-BF33-97E13F41CE9F}" srcOrd="0" destOrd="0" presId="urn:microsoft.com/office/officeart/2005/8/layout/cycle3"/>
    <dgm:cxn modelId="{131C7382-FDA7-434E-ACA0-92C613486489}" type="presOf" srcId="{A268C5B1-78E0-4B43-910C-C5BFD24E3B0A}" destId="{C7C1530C-AB81-448E-AF83-C97C878C5B8F}" srcOrd="0" destOrd="2" presId="urn:microsoft.com/office/officeart/2005/8/layout/cycle3"/>
    <dgm:cxn modelId="{8901A3A2-4BCC-40FE-87CF-A0F4B9B900FA}" srcId="{CBC7BDD7-0109-4921-8C6A-5C98E3CF2FA0}" destId="{A268C5B1-78E0-4B43-910C-C5BFD24E3B0A}" srcOrd="1" destOrd="0" parTransId="{B4312CDD-DEDF-4642-A180-AEDA33E646DC}" sibTransId="{0872918F-BABF-4C76-9B37-148D12CD7706}"/>
    <dgm:cxn modelId="{CA16C4AD-201C-4EE0-BD01-D04406B87D86}" type="presOf" srcId="{1610A683-B7FF-41D5-81D1-92DE496AAA12}" destId="{F7010EE1-3598-437D-AF3E-2E64078EEC52}" srcOrd="0" destOrd="0" presId="urn:microsoft.com/office/officeart/2005/8/layout/cycle3"/>
    <dgm:cxn modelId="{375E5DB3-4D10-4296-BC73-5804FE3D5C0A}" srcId="{65EF6CB2-B2B9-4CCD-9C2E-F2FFF923FB76}" destId="{B9935271-A474-4C9B-97AB-726E01FDB965}" srcOrd="0" destOrd="0" parTransId="{435272B2-BB54-410E-83D6-9B2FEE58FD62}" sibTransId="{036ABE9B-CBB0-496C-9373-9F31A82EDD2B}"/>
    <dgm:cxn modelId="{97FC77C7-C4F4-40B8-AB58-5430F68A82CC}" type="presOf" srcId="{CBC7BDD7-0109-4921-8C6A-5C98E3CF2FA0}" destId="{C7C1530C-AB81-448E-AF83-C97C878C5B8F}" srcOrd="0" destOrd="0" presId="urn:microsoft.com/office/officeart/2005/8/layout/cycle3"/>
    <dgm:cxn modelId="{4E303DD0-5D70-4C0D-B7B3-50F0EC086E80}" srcId="{CBC7BDD7-0109-4921-8C6A-5C98E3CF2FA0}" destId="{F004527F-BAE4-4E51-81E5-A068928723EB}" srcOrd="0" destOrd="0" parTransId="{CC0977A6-7A93-4A2B-953C-4A271A7C085C}" sibTransId="{438FBC98-FB77-48E9-A622-32B07EF9B823}"/>
    <dgm:cxn modelId="{0306A5D7-02C8-4B05-9722-0E34E0AED4C1}" type="presOf" srcId="{036ABE9B-CBB0-496C-9373-9F31A82EDD2B}" destId="{B8CBD6D1-FA57-409F-8A66-FB2EC824EC58}" srcOrd="0" destOrd="0" presId="urn:microsoft.com/office/officeart/2005/8/layout/cycle3"/>
    <dgm:cxn modelId="{DEBBB0E2-2FC3-4D95-A3C0-EBFD5A11B8DE}" type="presOf" srcId="{5D967E6B-0E12-46EC-9FD6-B01F2FE11572}" destId="{163233E0-38EB-4338-8230-CCAE4391BDF9}" srcOrd="0" destOrd="0" presId="urn:microsoft.com/office/officeart/2005/8/layout/cycle3"/>
    <dgm:cxn modelId="{9F9573F7-8042-4EC9-AB96-751C846AA6B1}" srcId="{5D967E6B-0E12-46EC-9FD6-B01F2FE11572}" destId="{F525492A-272C-4852-86C7-611880E45084}" srcOrd="0" destOrd="0" parTransId="{4970BAE8-575A-42F5-9F78-632264ACDF46}" sibTransId="{5914D950-C1B0-4720-92E6-31972D2C025B}"/>
    <dgm:cxn modelId="{C962D77F-7AE1-4D40-AB22-726E6B9043F2}" type="presParOf" srcId="{EC314E4C-BCA9-4EA2-8AC0-44811B56D29C}" destId="{E8D19C23-848E-4C90-A738-D6E06BAE9541}" srcOrd="0" destOrd="0" presId="urn:microsoft.com/office/officeart/2005/8/layout/cycle3"/>
    <dgm:cxn modelId="{7CBD4F2F-B88E-4F99-9740-A9B61E6A3CEC}" type="presParOf" srcId="{E8D19C23-848E-4C90-A738-D6E06BAE9541}" destId="{76EB3E45-4667-4E2E-BF33-97E13F41CE9F}" srcOrd="0" destOrd="0" presId="urn:microsoft.com/office/officeart/2005/8/layout/cycle3"/>
    <dgm:cxn modelId="{A25FE7BD-A92C-4CA2-9D0A-36A2612C4FEE}" type="presParOf" srcId="{E8D19C23-848E-4C90-A738-D6E06BAE9541}" destId="{B8CBD6D1-FA57-409F-8A66-FB2EC824EC58}" srcOrd="1" destOrd="0" presId="urn:microsoft.com/office/officeart/2005/8/layout/cycle3"/>
    <dgm:cxn modelId="{0A1862FC-F549-4521-A641-E1D23A3F7346}" type="presParOf" srcId="{E8D19C23-848E-4C90-A738-D6E06BAE9541}" destId="{C7C1530C-AB81-448E-AF83-C97C878C5B8F}" srcOrd="2" destOrd="0" presId="urn:microsoft.com/office/officeart/2005/8/layout/cycle3"/>
    <dgm:cxn modelId="{8A5267A5-2A68-4DC8-813D-A073929F495D}" type="presParOf" srcId="{E8D19C23-848E-4C90-A738-D6E06BAE9541}" destId="{163233E0-38EB-4338-8230-CCAE4391BDF9}" srcOrd="3" destOrd="0" presId="urn:microsoft.com/office/officeart/2005/8/layout/cycle3"/>
    <dgm:cxn modelId="{7927401F-9C27-4268-923D-413F8A1B9DF5}" type="presParOf" srcId="{E8D19C23-848E-4C90-A738-D6E06BAE9541}" destId="{F7010EE1-3598-437D-AF3E-2E64078EEC52}" srcOrd="4" destOrd="0" presId="urn:microsoft.com/office/officeart/2005/8/layout/cycle3"/>
    <dgm:cxn modelId="{5196F52F-B5CA-4B5E-A79B-9C76D174DB5A}" type="presParOf" srcId="{E8D19C23-848E-4C90-A738-D6E06BAE9541}" destId="{EB060546-7240-414F-A162-124A368E0983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EF6CB2-B2B9-4CCD-9C2E-F2FFF923FB76}" type="doc">
      <dgm:prSet loTypeId="urn:microsoft.com/office/officeart/2005/8/layout/cycle3" loCatId="cycle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pPr latinLnBrk="1"/>
          <a:endParaRPr lang="ko-KR" altLang="en-US"/>
        </a:p>
      </dgm:t>
    </dgm:pt>
    <dgm:pt modelId="{B9935271-A474-4C9B-97AB-726E01FDB965}">
      <dgm:prSet phldrT="[텍스트]" custT="1"/>
      <dgm:spPr/>
      <dgm:t>
        <a:bodyPr/>
        <a:lstStyle/>
        <a:p>
          <a:pPr latinLnBrk="1"/>
          <a:r>
            <a:rPr lang="ko-KR" altLang="en-US" sz="1400" dirty="0"/>
            <a:t>무결성</a:t>
          </a:r>
        </a:p>
      </dgm:t>
    </dgm:pt>
    <dgm:pt modelId="{435272B2-BB54-410E-83D6-9B2FEE58FD62}" type="parTrans" cxnId="{375E5DB3-4D10-4296-BC73-5804FE3D5C0A}">
      <dgm:prSet/>
      <dgm:spPr/>
      <dgm:t>
        <a:bodyPr/>
        <a:lstStyle/>
        <a:p>
          <a:pPr latinLnBrk="1"/>
          <a:endParaRPr lang="ko-KR" altLang="en-US"/>
        </a:p>
      </dgm:t>
    </dgm:pt>
    <dgm:pt modelId="{036ABE9B-CBB0-496C-9373-9F31A82EDD2B}" type="sibTrans" cxnId="{375E5DB3-4D10-4296-BC73-5804FE3D5C0A}">
      <dgm:prSet/>
      <dgm:spPr/>
      <dgm:t>
        <a:bodyPr/>
        <a:lstStyle/>
        <a:p>
          <a:pPr latinLnBrk="1"/>
          <a:endParaRPr lang="ko-KR" altLang="en-US"/>
        </a:p>
      </dgm:t>
    </dgm:pt>
    <dgm:pt modelId="{CBC7BDD7-0109-4921-8C6A-5C98E3CF2FA0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신속성</a:t>
          </a:r>
        </a:p>
      </dgm:t>
    </dgm:pt>
    <dgm:pt modelId="{AF427434-7685-4C9C-8E33-5D25B3657026}" type="parTrans" cxnId="{C5119A24-C0A4-45A3-B422-383382FE494C}">
      <dgm:prSet/>
      <dgm:spPr/>
      <dgm:t>
        <a:bodyPr/>
        <a:lstStyle/>
        <a:p>
          <a:pPr latinLnBrk="1"/>
          <a:endParaRPr lang="ko-KR" altLang="en-US"/>
        </a:p>
      </dgm:t>
    </dgm:pt>
    <dgm:pt modelId="{AA1C51B5-7D7A-4254-9C66-23D1A6DEF356}" type="sibTrans" cxnId="{C5119A24-C0A4-45A3-B422-383382FE494C}">
      <dgm:prSet/>
      <dgm:spPr/>
      <dgm:t>
        <a:bodyPr/>
        <a:lstStyle/>
        <a:p>
          <a:pPr latinLnBrk="1"/>
          <a:endParaRPr lang="ko-KR" altLang="en-US"/>
        </a:p>
      </dgm:t>
    </dgm:pt>
    <dgm:pt modelId="{5D967E6B-0E12-46EC-9FD6-B01F2FE11572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연계보관성</a:t>
          </a:r>
        </a:p>
      </dgm:t>
    </dgm:pt>
    <dgm:pt modelId="{EC42306A-B6BC-4DAA-AE7D-5D9869EB9E94}" type="parTrans" cxnId="{A8A1FF1B-0A08-49CF-994E-EC81E78EBE65}">
      <dgm:prSet/>
      <dgm:spPr/>
      <dgm:t>
        <a:bodyPr/>
        <a:lstStyle/>
        <a:p>
          <a:pPr latinLnBrk="1"/>
          <a:endParaRPr lang="ko-KR" altLang="en-US"/>
        </a:p>
      </dgm:t>
    </dgm:pt>
    <dgm:pt modelId="{505E56BB-1805-44C0-BF54-C4355F0D23D2}" type="sibTrans" cxnId="{A8A1FF1B-0A08-49CF-994E-EC81E78EBE65}">
      <dgm:prSet/>
      <dgm:spPr/>
      <dgm:t>
        <a:bodyPr/>
        <a:lstStyle/>
        <a:p>
          <a:pPr latinLnBrk="1"/>
          <a:endParaRPr lang="ko-KR" altLang="en-US"/>
        </a:p>
      </dgm:t>
    </dgm:pt>
    <dgm:pt modelId="{1610A683-B7FF-41D5-81D1-92DE496AAA12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정당성</a:t>
          </a:r>
        </a:p>
      </dgm:t>
    </dgm:pt>
    <dgm:pt modelId="{26A9C3E3-82B7-475B-848C-03B94DB3EB5D}" type="parTrans" cxnId="{E92DAF43-73A6-4590-80F6-E61C567D3867}">
      <dgm:prSet/>
      <dgm:spPr/>
      <dgm:t>
        <a:bodyPr/>
        <a:lstStyle/>
        <a:p>
          <a:pPr latinLnBrk="1"/>
          <a:endParaRPr lang="ko-KR" altLang="en-US"/>
        </a:p>
      </dgm:t>
    </dgm:pt>
    <dgm:pt modelId="{40475720-9E0A-443E-AF9A-9030FAB589DC}" type="sibTrans" cxnId="{E92DAF43-73A6-4590-80F6-E61C567D3867}">
      <dgm:prSet/>
      <dgm:spPr/>
      <dgm:t>
        <a:bodyPr/>
        <a:lstStyle/>
        <a:p>
          <a:pPr latinLnBrk="1"/>
          <a:endParaRPr lang="ko-KR" altLang="en-US"/>
        </a:p>
      </dgm:t>
    </dgm:pt>
    <dgm:pt modelId="{15F39AC4-B762-4390-AFD3-49C3E292EE38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재현성</a:t>
          </a:r>
        </a:p>
      </dgm:t>
    </dgm:pt>
    <dgm:pt modelId="{E4275C7C-D09A-472D-824B-EE375575DB4D}" type="parTrans" cxnId="{85128A22-5D08-4E7D-BB78-EFBA79FAAC50}">
      <dgm:prSet/>
      <dgm:spPr/>
      <dgm:t>
        <a:bodyPr/>
        <a:lstStyle/>
        <a:p>
          <a:pPr latinLnBrk="1"/>
          <a:endParaRPr lang="ko-KR" altLang="en-US"/>
        </a:p>
      </dgm:t>
    </dgm:pt>
    <dgm:pt modelId="{E0D9043D-0F82-4252-8308-F4399075A227}" type="sibTrans" cxnId="{85128A22-5D08-4E7D-BB78-EFBA79FAAC50}">
      <dgm:prSet/>
      <dgm:spPr/>
      <dgm:t>
        <a:bodyPr/>
        <a:lstStyle/>
        <a:p>
          <a:pPr latinLnBrk="1"/>
          <a:endParaRPr lang="ko-KR" altLang="en-US"/>
        </a:p>
      </dgm:t>
    </dgm:pt>
    <dgm:pt modelId="{208E14D0-38C3-41CB-AD38-B19562D0BCE8}">
      <dgm:prSet phldrT="[텍스트]" custT="1"/>
      <dgm:spPr/>
      <dgm:t>
        <a:bodyPr/>
        <a:lstStyle/>
        <a:p>
          <a:pPr latinLnBrk="1"/>
          <a:r>
            <a:rPr lang="en-US" altLang="ko-KR" sz="1000" dirty="0"/>
            <a:t>(</a:t>
          </a:r>
          <a:r>
            <a:rPr lang="ko-KR" altLang="en-US" sz="1000"/>
            <a:t>주로</a:t>
          </a:r>
          <a:r>
            <a:rPr lang="en-US" altLang="ko-KR" sz="1000"/>
            <a:t>) </a:t>
          </a:r>
          <a:r>
            <a:rPr lang="ko-KR" altLang="en-US" sz="1000"/>
            <a:t>절차적</a:t>
          </a:r>
          <a:endParaRPr lang="ko-KR" altLang="en-US" sz="1000" dirty="0"/>
        </a:p>
      </dgm:t>
    </dgm:pt>
    <dgm:pt modelId="{CE405FAD-746A-4B67-9ED4-619C5A3282E2}" type="parTrans" cxnId="{AE69FC31-EE67-488C-A03E-D0EF54904F6B}">
      <dgm:prSet/>
      <dgm:spPr/>
      <dgm:t>
        <a:bodyPr/>
        <a:lstStyle/>
        <a:p>
          <a:pPr latinLnBrk="1"/>
          <a:endParaRPr lang="ko-KR" altLang="en-US"/>
        </a:p>
      </dgm:t>
    </dgm:pt>
    <dgm:pt modelId="{F4BCF505-5008-4F87-9F85-4E0A0D687DD2}" type="sibTrans" cxnId="{AE69FC31-EE67-488C-A03E-D0EF54904F6B}">
      <dgm:prSet/>
      <dgm:spPr/>
      <dgm:t>
        <a:bodyPr/>
        <a:lstStyle/>
        <a:p>
          <a:pPr latinLnBrk="1"/>
          <a:endParaRPr lang="ko-KR" altLang="en-US"/>
        </a:p>
      </dgm:t>
    </dgm:pt>
    <dgm:pt modelId="{F004527F-BAE4-4E51-81E5-A068928723EB}">
      <dgm:prSet phldrT="[텍스트]" custT="1"/>
      <dgm:spPr/>
      <dgm:t>
        <a:bodyPr/>
        <a:lstStyle/>
        <a:p>
          <a:pPr latinLnBrk="1"/>
          <a:r>
            <a:rPr lang="ko-KR" altLang="en-US" sz="1000" dirty="0"/>
            <a:t>적시성</a:t>
          </a:r>
        </a:p>
      </dgm:t>
    </dgm:pt>
    <dgm:pt modelId="{CC0977A6-7A93-4A2B-953C-4A271A7C085C}" type="parTrans" cxnId="{4E303DD0-5D70-4C0D-B7B3-50F0EC086E80}">
      <dgm:prSet/>
      <dgm:spPr/>
      <dgm:t>
        <a:bodyPr/>
        <a:lstStyle/>
        <a:p>
          <a:pPr latinLnBrk="1"/>
          <a:endParaRPr lang="ko-KR" altLang="en-US"/>
        </a:p>
      </dgm:t>
    </dgm:pt>
    <dgm:pt modelId="{438FBC98-FB77-48E9-A622-32B07EF9B823}" type="sibTrans" cxnId="{4E303DD0-5D70-4C0D-B7B3-50F0EC086E80}">
      <dgm:prSet/>
      <dgm:spPr/>
      <dgm:t>
        <a:bodyPr/>
        <a:lstStyle/>
        <a:p>
          <a:pPr latinLnBrk="1"/>
          <a:endParaRPr lang="ko-KR" altLang="en-US"/>
        </a:p>
      </dgm:t>
    </dgm:pt>
    <dgm:pt modelId="{A268C5B1-78E0-4B43-910C-C5BFD24E3B0A}">
      <dgm:prSet phldrT="[텍스트]" custT="1"/>
      <dgm:spPr/>
      <dgm:t>
        <a:bodyPr/>
        <a:lstStyle/>
        <a:p>
          <a:pPr latinLnBrk="1"/>
          <a:r>
            <a:rPr lang="ko-KR" altLang="en-US" sz="1000" dirty="0" err="1"/>
            <a:t>결과현출</a:t>
          </a:r>
          <a:endParaRPr lang="ko-KR" altLang="en-US" sz="1000" dirty="0"/>
        </a:p>
      </dgm:t>
    </dgm:pt>
    <dgm:pt modelId="{B4312CDD-DEDF-4642-A180-AEDA33E646DC}" type="parTrans" cxnId="{8901A3A2-4BCC-40FE-87CF-A0F4B9B900FA}">
      <dgm:prSet/>
      <dgm:spPr/>
      <dgm:t>
        <a:bodyPr/>
        <a:lstStyle/>
        <a:p>
          <a:pPr latinLnBrk="1"/>
          <a:endParaRPr lang="ko-KR" altLang="en-US"/>
        </a:p>
      </dgm:t>
    </dgm:pt>
    <dgm:pt modelId="{0872918F-BABF-4C76-9B37-148D12CD7706}" type="sibTrans" cxnId="{8901A3A2-4BCC-40FE-87CF-A0F4B9B900FA}">
      <dgm:prSet/>
      <dgm:spPr/>
      <dgm:t>
        <a:bodyPr/>
        <a:lstStyle/>
        <a:p>
          <a:pPr latinLnBrk="1"/>
          <a:endParaRPr lang="ko-KR" altLang="en-US"/>
        </a:p>
      </dgm:t>
    </dgm:pt>
    <dgm:pt modelId="{F525492A-272C-4852-86C7-611880E45084}">
      <dgm:prSet phldrT="[텍스트]" custT="1"/>
      <dgm:spPr/>
      <dgm:t>
        <a:bodyPr/>
        <a:lstStyle/>
        <a:p>
          <a:pPr latinLnBrk="1"/>
          <a:r>
            <a:rPr lang="ko-KR" altLang="en-US" sz="1000" dirty="0"/>
            <a:t>증거관리</a:t>
          </a:r>
        </a:p>
      </dgm:t>
    </dgm:pt>
    <dgm:pt modelId="{4970BAE8-575A-42F5-9F78-632264ACDF46}" type="parTrans" cxnId="{9F9573F7-8042-4EC9-AB96-751C846AA6B1}">
      <dgm:prSet/>
      <dgm:spPr/>
      <dgm:t>
        <a:bodyPr/>
        <a:lstStyle/>
        <a:p>
          <a:pPr latinLnBrk="1"/>
          <a:endParaRPr lang="ko-KR" altLang="en-US"/>
        </a:p>
      </dgm:t>
    </dgm:pt>
    <dgm:pt modelId="{5914D950-C1B0-4720-92E6-31972D2C025B}" type="sibTrans" cxnId="{9F9573F7-8042-4EC9-AB96-751C846AA6B1}">
      <dgm:prSet/>
      <dgm:spPr/>
      <dgm:t>
        <a:bodyPr/>
        <a:lstStyle/>
        <a:p>
          <a:pPr latinLnBrk="1"/>
          <a:endParaRPr lang="ko-KR" altLang="en-US"/>
        </a:p>
      </dgm:t>
    </dgm:pt>
    <dgm:pt modelId="{E306005E-B87E-4EC0-B3A9-2C3673D94897}">
      <dgm:prSet phldrT="[텍스트]" custT="1"/>
      <dgm:spPr/>
      <dgm:t>
        <a:bodyPr/>
        <a:lstStyle/>
        <a:p>
          <a:pPr latinLnBrk="1"/>
          <a:r>
            <a:rPr lang="ko-KR" altLang="en-US" sz="1000" dirty="0"/>
            <a:t>원본 동일성</a:t>
          </a:r>
        </a:p>
      </dgm:t>
    </dgm:pt>
    <dgm:pt modelId="{24B4DA88-5D15-4CA0-912D-6C3F99A7F042}" type="parTrans" cxnId="{DCF84837-561F-4E40-B4C3-7E6DE1E073A8}">
      <dgm:prSet/>
      <dgm:spPr/>
      <dgm:t>
        <a:bodyPr/>
        <a:lstStyle/>
        <a:p>
          <a:pPr latinLnBrk="1"/>
          <a:endParaRPr lang="ko-KR" altLang="en-US"/>
        </a:p>
      </dgm:t>
    </dgm:pt>
    <dgm:pt modelId="{F815F91B-29CF-4AFA-B5C3-07F5A2363B41}" type="sibTrans" cxnId="{DCF84837-561F-4E40-B4C3-7E6DE1E073A8}">
      <dgm:prSet/>
      <dgm:spPr/>
      <dgm:t>
        <a:bodyPr/>
        <a:lstStyle/>
        <a:p>
          <a:pPr latinLnBrk="1"/>
          <a:endParaRPr lang="ko-KR" altLang="en-US"/>
        </a:p>
      </dgm:t>
    </dgm:pt>
    <dgm:pt modelId="{3280B285-CCB1-4A82-B58E-0649AD505213}">
      <dgm:prSet phldrT="[텍스트]" custT="1"/>
      <dgm:spPr/>
      <dgm:t>
        <a:bodyPr/>
        <a:lstStyle/>
        <a:p>
          <a:pPr latinLnBrk="1"/>
          <a:r>
            <a:rPr lang="ko-KR" altLang="en-US" sz="1000" dirty="0"/>
            <a:t>분석방법</a:t>
          </a:r>
        </a:p>
      </dgm:t>
    </dgm:pt>
    <dgm:pt modelId="{D4AE76C8-A490-4A55-92F6-AD4B384BBB93}" type="parTrans" cxnId="{17BF5A46-18DA-4511-B49D-C5C5A285BDE1}">
      <dgm:prSet/>
      <dgm:spPr/>
      <dgm:t>
        <a:bodyPr/>
        <a:lstStyle/>
        <a:p>
          <a:pPr latinLnBrk="1"/>
          <a:endParaRPr lang="ko-KR" altLang="en-US"/>
        </a:p>
      </dgm:t>
    </dgm:pt>
    <dgm:pt modelId="{C6D1F9CF-DBC6-4E53-B886-7809F11BD1D3}" type="sibTrans" cxnId="{17BF5A46-18DA-4511-B49D-C5C5A285BDE1}">
      <dgm:prSet/>
      <dgm:spPr/>
      <dgm:t>
        <a:bodyPr/>
        <a:lstStyle/>
        <a:p>
          <a:pPr latinLnBrk="1"/>
          <a:endParaRPr lang="ko-KR" altLang="en-US"/>
        </a:p>
      </dgm:t>
    </dgm:pt>
    <dgm:pt modelId="{EC314E4C-BCA9-4EA2-8AC0-44811B56D29C}" type="pres">
      <dgm:prSet presAssocID="{65EF6CB2-B2B9-4CCD-9C2E-F2FFF923FB76}" presName="Name0" presStyleCnt="0">
        <dgm:presLayoutVars>
          <dgm:dir/>
          <dgm:resizeHandles val="exact"/>
        </dgm:presLayoutVars>
      </dgm:prSet>
      <dgm:spPr/>
    </dgm:pt>
    <dgm:pt modelId="{E8D19C23-848E-4C90-A738-D6E06BAE9541}" type="pres">
      <dgm:prSet presAssocID="{65EF6CB2-B2B9-4CCD-9C2E-F2FFF923FB76}" presName="cycle" presStyleCnt="0"/>
      <dgm:spPr/>
    </dgm:pt>
    <dgm:pt modelId="{76EB3E45-4667-4E2E-BF33-97E13F41CE9F}" type="pres">
      <dgm:prSet presAssocID="{B9935271-A474-4C9B-97AB-726E01FDB965}" presName="nodeFirstNode" presStyleLbl="node1" presStyleIdx="0" presStyleCnt="5">
        <dgm:presLayoutVars>
          <dgm:bulletEnabled val="1"/>
        </dgm:presLayoutVars>
      </dgm:prSet>
      <dgm:spPr/>
    </dgm:pt>
    <dgm:pt modelId="{B8CBD6D1-FA57-409F-8A66-FB2EC824EC58}" type="pres">
      <dgm:prSet presAssocID="{036ABE9B-CBB0-496C-9373-9F31A82EDD2B}" presName="sibTransFirstNode" presStyleLbl="bgShp" presStyleIdx="0" presStyleCnt="1"/>
      <dgm:spPr/>
    </dgm:pt>
    <dgm:pt modelId="{C7C1530C-AB81-448E-AF83-C97C878C5B8F}" type="pres">
      <dgm:prSet presAssocID="{CBC7BDD7-0109-4921-8C6A-5C98E3CF2FA0}" presName="nodeFollowingNodes" presStyleLbl="node1" presStyleIdx="1" presStyleCnt="5">
        <dgm:presLayoutVars>
          <dgm:bulletEnabled val="1"/>
        </dgm:presLayoutVars>
      </dgm:prSet>
      <dgm:spPr/>
    </dgm:pt>
    <dgm:pt modelId="{163233E0-38EB-4338-8230-CCAE4391BDF9}" type="pres">
      <dgm:prSet presAssocID="{5D967E6B-0E12-46EC-9FD6-B01F2FE11572}" presName="nodeFollowingNodes" presStyleLbl="node1" presStyleIdx="2" presStyleCnt="5">
        <dgm:presLayoutVars>
          <dgm:bulletEnabled val="1"/>
        </dgm:presLayoutVars>
      </dgm:prSet>
      <dgm:spPr/>
    </dgm:pt>
    <dgm:pt modelId="{F7010EE1-3598-437D-AF3E-2E64078EEC52}" type="pres">
      <dgm:prSet presAssocID="{1610A683-B7FF-41D5-81D1-92DE496AAA12}" presName="nodeFollowingNodes" presStyleLbl="node1" presStyleIdx="3" presStyleCnt="5">
        <dgm:presLayoutVars>
          <dgm:bulletEnabled val="1"/>
        </dgm:presLayoutVars>
      </dgm:prSet>
      <dgm:spPr/>
    </dgm:pt>
    <dgm:pt modelId="{EB060546-7240-414F-A162-124A368E0983}" type="pres">
      <dgm:prSet presAssocID="{15F39AC4-B762-4390-AFD3-49C3E292EE38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A547D70D-DAAF-4BAE-81BE-706D3A33B8EB}" type="presOf" srcId="{208E14D0-38C3-41CB-AD38-B19562D0BCE8}" destId="{F7010EE1-3598-437D-AF3E-2E64078EEC52}" srcOrd="0" destOrd="1" presId="urn:microsoft.com/office/officeart/2005/8/layout/cycle3"/>
    <dgm:cxn modelId="{A8A1FF1B-0A08-49CF-994E-EC81E78EBE65}" srcId="{65EF6CB2-B2B9-4CCD-9C2E-F2FFF923FB76}" destId="{5D967E6B-0E12-46EC-9FD6-B01F2FE11572}" srcOrd="2" destOrd="0" parTransId="{EC42306A-B6BC-4DAA-AE7D-5D9869EB9E94}" sibTransId="{505E56BB-1805-44C0-BF54-C4355F0D23D2}"/>
    <dgm:cxn modelId="{85128A22-5D08-4E7D-BB78-EFBA79FAAC50}" srcId="{65EF6CB2-B2B9-4CCD-9C2E-F2FFF923FB76}" destId="{15F39AC4-B762-4390-AFD3-49C3E292EE38}" srcOrd="4" destOrd="0" parTransId="{E4275C7C-D09A-472D-824B-EE375575DB4D}" sibTransId="{E0D9043D-0F82-4252-8308-F4399075A227}"/>
    <dgm:cxn modelId="{C5119A24-C0A4-45A3-B422-383382FE494C}" srcId="{65EF6CB2-B2B9-4CCD-9C2E-F2FFF923FB76}" destId="{CBC7BDD7-0109-4921-8C6A-5C98E3CF2FA0}" srcOrd="1" destOrd="0" parTransId="{AF427434-7685-4C9C-8E33-5D25B3657026}" sibTransId="{AA1C51B5-7D7A-4254-9C66-23D1A6DEF356}"/>
    <dgm:cxn modelId="{B6E17527-728E-4CB5-9D8D-1158ACA1A44D}" type="presOf" srcId="{E306005E-B87E-4EC0-B3A9-2C3673D94897}" destId="{76EB3E45-4667-4E2E-BF33-97E13F41CE9F}" srcOrd="0" destOrd="1" presId="urn:microsoft.com/office/officeart/2005/8/layout/cycle3"/>
    <dgm:cxn modelId="{AE69FC31-EE67-488C-A03E-D0EF54904F6B}" srcId="{1610A683-B7FF-41D5-81D1-92DE496AAA12}" destId="{208E14D0-38C3-41CB-AD38-B19562D0BCE8}" srcOrd="0" destOrd="0" parTransId="{CE405FAD-746A-4B67-9ED4-619C5A3282E2}" sibTransId="{F4BCF505-5008-4F87-9F85-4E0A0D687DD2}"/>
    <dgm:cxn modelId="{DCF84837-561F-4E40-B4C3-7E6DE1E073A8}" srcId="{B9935271-A474-4C9B-97AB-726E01FDB965}" destId="{E306005E-B87E-4EC0-B3A9-2C3673D94897}" srcOrd="0" destOrd="0" parTransId="{24B4DA88-5D15-4CA0-912D-6C3F99A7F042}" sibTransId="{F815F91B-29CF-4AFA-B5C3-07F5A2363B41}"/>
    <dgm:cxn modelId="{9362FA3C-D094-43F4-890F-7344A21796FF}" type="presOf" srcId="{F004527F-BAE4-4E51-81E5-A068928723EB}" destId="{C7C1530C-AB81-448E-AF83-C97C878C5B8F}" srcOrd="0" destOrd="1" presId="urn:microsoft.com/office/officeart/2005/8/layout/cycle3"/>
    <dgm:cxn modelId="{A61C7662-46B8-4ADE-8031-23293C8CC3C3}" type="presOf" srcId="{65EF6CB2-B2B9-4CCD-9C2E-F2FFF923FB76}" destId="{EC314E4C-BCA9-4EA2-8AC0-44811B56D29C}" srcOrd="0" destOrd="0" presId="urn:microsoft.com/office/officeart/2005/8/layout/cycle3"/>
    <dgm:cxn modelId="{E92DAF43-73A6-4590-80F6-E61C567D3867}" srcId="{65EF6CB2-B2B9-4CCD-9C2E-F2FFF923FB76}" destId="{1610A683-B7FF-41D5-81D1-92DE496AAA12}" srcOrd="3" destOrd="0" parTransId="{26A9C3E3-82B7-475B-848C-03B94DB3EB5D}" sibTransId="{40475720-9E0A-443E-AF9A-9030FAB589DC}"/>
    <dgm:cxn modelId="{C53A3844-7B0D-4369-9620-A5A9AF1C9F60}" type="presOf" srcId="{3280B285-CCB1-4A82-B58E-0649AD505213}" destId="{EB060546-7240-414F-A162-124A368E0983}" srcOrd="0" destOrd="1" presId="urn:microsoft.com/office/officeart/2005/8/layout/cycle3"/>
    <dgm:cxn modelId="{45EABD64-282C-4883-AF3E-61DF43641B35}" type="presOf" srcId="{F525492A-272C-4852-86C7-611880E45084}" destId="{163233E0-38EB-4338-8230-CCAE4391BDF9}" srcOrd="0" destOrd="1" presId="urn:microsoft.com/office/officeart/2005/8/layout/cycle3"/>
    <dgm:cxn modelId="{17BF5A46-18DA-4511-B49D-C5C5A285BDE1}" srcId="{15F39AC4-B762-4390-AFD3-49C3E292EE38}" destId="{3280B285-CCB1-4A82-B58E-0649AD505213}" srcOrd="0" destOrd="0" parTransId="{D4AE76C8-A490-4A55-92F6-AD4B384BBB93}" sibTransId="{C6D1F9CF-DBC6-4E53-B886-7809F11BD1D3}"/>
    <dgm:cxn modelId="{E3416367-863D-4E66-A9FD-A5086A4D9836}" type="presOf" srcId="{15F39AC4-B762-4390-AFD3-49C3E292EE38}" destId="{EB060546-7240-414F-A162-124A368E0983}" srcOrd="0" destOrd="0" presId="urn:microsoft.com/office/officeart/2005/8/layout/cycle3"/>
    <dgm:cxn modelId="{F84AFE6B-02FB-4F03-9ACD-013AF7A81F9B}" type="presOf" srcId="{B9935271-A474-4C9B-97AB-726E01FDB965}" destId="{76EB3E45-4667-4E2E-BF33-97E13F41CE9F}" srcOrd="0" destOrd="0" presId="urn:microsoft.com/office/officeart/2005/8/layout/cycle3"/>
    <dgm:cxn modelId="{131C7382-FDA7-434E-ACA0-92C613486489}" type="presOf" srcId="{A268C5B1-78E0-4B43-910C-C5BFD24E3B0A}" destId="{C7C1530C-AB81-448E-AF83-C97C878C5B8F}" srcOrd="0" destOrd="2" presId="urn:microsoft.com/office/officeart/2005/8/layout/cycle3"/>
    <dgm:cxn modelId="{8901A3A2-4BCC-40FE-87CF-A0F4B9B900FA}" srcId="{CBC7BDD7-0109-4921-8C6A-5C98E3CF2FA0}" destId="{A268C5B1-78E0-4B43-910C-C5BFD24E3B0A}" srcOrd="1" destOrd="0" parTransId="{B4312CDD-DEDF-4642-A180-AEDA33E646DC}" sibTransId="{0872918F-BABF-4C76-9B37-148D12CD7706}"/>
    <dgm:cxn modelId="{CA16C4AD-201C-4EE0-BD01-D04406B87D86}" type="presOf" srcId="{1610A683-B7FF-41D5-81D1-92DE496AAA12}" destId="{F7010EE1-3598-437D-AF3E-2E64078EEC52}" srcOrd="0" destOrd="0" presId="urn:microsoft.com/office/officeart/2005/8/layout/cycle3"/>
    <dgm:cxn modelId="{375E5DB3-4D10-4296-BC73-5804FE3D5C0A}" srcId="{65EF6CB2-B2B9-4CCD-9C2E-F2FFF923FB76}" destId="{B9935271-A474-4C9B-97AB-726E01FDB965}" srcOrd="0" destOrd="0" parTransId="{435272B2-BB54-410E-83D6-9B2FEE58FD62}" sibTransId="{036ABE9B-CBB0-496C-9373-9F31A82EDD2B}"/>
    <dgm:cxn modelId="{97FC77C7-C4F4-40B8-AB58-5430F68A82CC}" type="presOf" srcId="{CBC7BDD7-0109-4921-8C6A-5C98E3CF2FA0}" destId="{C7C1530C-AB81-448E-AF83-C97C878C5B8F}" srcOrd="0" destOrd="0" presId="urn:microsoft.com/office/officeart/2005/8/layout/cycle3"/>
    <dgm:cxn modelId="{4E303DD0-5D70-4C0D-B7B3-50F0EC086E80}" srcId="{CBC7BDD7-0109-4921-8C6A-5C98E3CF2FA0}" destId="{F004527F-BAE4-4E51-81E5-A068928723EB}" srcOrd="0" destOrd="0" parTransId="{CC0977A6-7A93-4A2B-953C-4A271A7C085C}" sibTransId="{438FBC98-FB77-48E9-A622-32B07EF9B823}"/>
    <dgm:cxn modelId="{0306A5D7-02C8-4B05-9722-0E34E0AED4C1}" type="presOf" srcId="{036ABE9B-CBB0-496C-9373-9F31A82EDD2B}" destId="{B8CBD6D1-FA57-409F-8A66-FB2EC824EC58}" srcOrd="0" destOrd="0" presId="urn:microsoft.com/office/officeart/2005/8/layout/cycle3"/>
    <dgm:cxn modelId="{DEBBB0E2-2FC3-4D95-A3C0-EBFD5A11B8DE}" type="presOf" srcId="{5D967E6B-0E12-46EC-9FD6-B01F2FE11572}" destId="{163233E0-38EB-4338-8230-CCAE4391BDF9}" srcOrd="0" destOrd="0" presId="urn:microsoft.com/office/officeart/2005/8/layout/cycle3"/>
    <dgm:cxn modelId="{9F9573F7-8042-4EC9-AB96-751C846AA6B1}" srcId="{5D967E6B-0E12-46EC-9FD6-B01F2FE11572}" destId="{F525492A-272C-4852-86C7-611880E45084}" srcOrd="0" destOrd="0" parTransId="{4970BAE8-575A-42F5-9F78-632264ACDF46}" sibTransId="{5914D950-C1B0-4720-92E6-31972D2C025B}"/>
    <dgm:cxn modelId="{C962D77F-7AE1-4D40-AB22-726E6B9043F2}" type="presParOf" srcId="{EC314E4C-BCA9-4EA2-8AC0-44811B56D29C}" destId="{E8D19C23-848E-4C90-A738-D6E06BAE9541}" srcOrd="0" destOrd="0" presId="urn:microsoft.com/office/officeart/2005/8/layout/cycle3"/>
    <dgm:cxn modelId="{7CBD4F2F-B88E-4F99-9740-A9B61E6A3CEC}" type="presParOf" srcId="{E8D19C23-848E-4C90-A738-D6E06BAE9541}" destId="{76EB3E45-4667-4E2E-BF33-97E13F41CE9F}" srcOrd="0" destOrd="0" presId="urn:microsoft.com/office/officeart/2005/8/layout/cycle3"/>
    <dgm:cxn modelId="{A25FE7BD-A92C-4CA2-9D0A-36A2612C4FEE}" type="presParOf" srcId="{E8D19C23-848E-4C90-A738-D6E06BAE9541}" destId="{B8CBD6D1-FA57-409F-8A66-FB2EC824EC58}" srcOrd="1" destOrd="0" presId="urn:microsoft.com/office/officeart/2005/8/layout/cycle3"/>
    <dgm:cxn modelId="{0A1862FC-F549-4521-A641-E1D23A3F7346}" type="presParOf" srcId="{E8D19C23-848E-4C90-A738-D6E06BAE9541}" destId="{C7C1530C-AB81-448E-AF83-C97C878C5B8F}" srcOrd="2" destOrd="0" presId="urn:microsoft.com/office/officeart/2005/8/layout/cycle3"/>
    <dgm:cxn modelId="{8A5267A5-2A68-4DC8-813D-A073929F495D}" type="presParOf" srcId="{E8D19C23-848E-4C90-A738-D6E06BAE9541}" destId="{163233E0-38EB-4338-8230-CCAE4391BDF9}" srcOrd="3" destOrd="0" presId="urn:microsoft.com/office/officeart/2005/8/layout/cycle3"/>
    <dgm:cxn modelId="{7927401F-9C27-4268-923D-413F8A1B9DF5}" type="presParOf" srcId="{E8D19C23-848E-4C90-A738-D6E06BAE9541}" destId="{F7010EE1-3598-437D-AF3E-2E64078EEC52}" srcOrd="4" destOrd="0" presId="urn:microsoft.com/office/officeart/2005/8/layout/cycle3"/>
    <dgm:cxn modelId="{5196F52F-B5CA-4B5E-A79B-9C76D174DB5A}" type="presParOf" srcId="{E8D19C23-848E-4C90-A738-D6E06BAE9541}" destId="{EB060546-7240-414F-A162-124A368E0983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83CA55-C0E7-4690-A40B-9DA1CF44E5E3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AF3DAD5D-76D0-425D-BBD4-06E95BF07D97}">
      <dgm:prSet phldrT="[텍스트]"/>
      <dgm:spPr/>
      <dgm:t>
        <a:bodyPr/>
        <a:lstStyle/>
        <a:p>
          <a:pPr latinLnBrk="1"/>
          <a:r>
            <a:rPr lang="ko-KR" altLang="en-US" dirty="0"/>
            <a:t>적법절차준수</a:t>
          </a:r>
        </a:p>
      </dgm:t>
    </dgm:pt>
    <dgm:pt modelId="{3DB565E9-8F88-4A6D-98FB-DD8A048258FF}" type="parTrans" cxnId="{E48E00EB-DAB7-4916-8712-B6D1404DCD65}">
      <dgm:prSet/>
      <dgm:spPr/>
      <dgm:t>
        <a:bodyPr/>
        <a:lstStyle/>
        <a:p>
          <a:pPr latinLnBrk="1"/>
          <a:endParaRPr lang="ko-KR" altLang="en-US"/>
        </a:p>
      </dgm:t>
    </dgm:pt>
    <dgm:pt modelId="{4E108918-0DE3-4FCE-8C3D-D620F2B23A13}" type="sibTrans" cxnId="{E48E00EB-DAB7-4916-8712-B6D1404DCD65}">
      <dgm:prSet/>
      <dgm:spPr/>
      <dgm:t>
        <a:bodyPr/>
        <a:lstStyle/>
        <a:p>
          <a:pPr latinLnBrk="1"/>
          <a:endParaRPr lang="ko-KR" altLang="en-US"/>
        </a:p>
      </dgm:t>
    </dgm:pt>
    <dgm:pt modelId="{8316FD51-FD80-4A66-A4A6-C8BCC3E7E844}">
      <dgm:prSet phldrT="[텍스트]"/>
      <dgm:spPr/>
      <dgm:t>
        <a:bodyPr/>
        <a:lstStyle/>
        <a:p>
          <a:pPr latinLnBrk="1"/>
          <a:r>
            <a:rPr lang="ko-KR" altLang="en-US" dirty="0"/>
            <a:t>도구의 </a:t>
          </a:r>
          <a:br>
            <a:rPr lang="en-US" altLang="ko-KR" dirty="0"/>
          </a:br>
          <a:r>
            <a:rPr lang="ko-KR" altLang="en-US" dirty="0"/>
            <a:t>신뢰성</a:t>
          </a:r>
        </a:p>
      </dgm:t>
    </dgm:pt>
    <dgm:pt modelId="{3D0D564C-2B65-42B3-85A4-2573A84B98A3}" type="parTrans" cxnId="{80A7FFF3-3C00-41B4-9AB8-0723A55A3AC8}">
      <dgm:prSet/>
      <dgm:spPr/>
      <dgm:t>
        <a:bodyPr/>
        <a:lstStyle/>
        <a:p>
          <a:pPr latinLnBrk="1"/>
          <a:endParaRPr lang="ko-KR" altLang="en-US"/>
        </a:p>
      </dgm:t>
    </dgm:pt>
    <dgm:pt modelId="{373DA716-9F90-4E29-8466-8D3E4831E3C5}" type="sibTrans" cxnId="{80A7FFF3-3C00-41B4-9AB8-0723A55A3AC8}">
      <dgm:prSet/>
      <dgm:spPr/>
      <dgm:t>
        <a:bodyPr/>
        <a:lstStyle/>
        <a:p>
          <a:pPr latinLnBrk="1"/>
          <a:endParaRPr lang="ko-KR" altLang="en-US"/>
        </a:p>
      </dgm:t>
    </dgm:pt>
    <dgm:pt modelId="{3630F958-9CC0-4691-91A3-69D68FDC3D06}">
      <dgm:prSet phldrT="[텍스트]"/>
      <dgm:spPr/>
      <dgm:t>
        <a:bodyPr/>
        <a:lstStyle/>
        <a:p>
          <a:pPr latinLnBrk="1"/>
          <a:r>
            <a:rPr lang="ko-KR" altLang="en-US" dirty="0"/>
            <a:t>수사관의 전문성</a:t>
          </a:r>
        </a:p>
      </dgm:t>
    </dgm:pt>
    <dgm:pt modelId="{A937892E-CB65-457A-8AAB-8B3FAD4E7688}" type="parTrans" cxnId="{FFFB5F4F-9C42-43E9-9611-BEA82E5F8D6E}">
      <dgm:prSet/>
      <dgm:spPr/>
      <dgm:t>
        <a:bodyPr/>
        <a:lstStyle/>
        <a:p>
          <a:pPr latinLnBrk="1"/>
          <a:endParaRPr lang="ko-KR" altLang="en-US"/>
        </a:p>
      </dgm:t>
    </dgm:pt>
    <dgm:pt modelId="{94A2F5FF-8596-4C67-B5C7-DC7CC2A3BBEB}" type="sibTrans" cxnId="{FFFB5F4F-9C42-43E9-9611-BEA82E5F8D6E}">
      <dgm:prSet/>
      <dgm:spPr/>
      <dgm:t>
        <a:bodyPr/>
        <a:lstStyle/>
        <a:p>
          <a:pPr latinLnBrk="1"/>
          <a:endParaRPr lang="ko-KR" altLang="en-US"/>
        </a:p>
      </dgm:t>
    </dgm:pt>
    <dgm:pt modelId="{3E032B3A-A302-4242-B65F-4B5C4C76E5B3}" type="pres">
      <dgm:prSet presAssocID="{DC83CA55-C0E7-4690-A40B-9DA1CF44E5E3}" presName="rootnode" presStyleCnt="0">
        <dgm:presLayoutVars>
          <dgm:chMax/>
          <dgm:chPref/>
          <dgm:dir/>
          <dgm:animLvl val="lvl"/>
        </dgm:presLayoutVars>
      </dgm:prSet>
      <dgm:spPr/>
    </dgm:pt>
    <dgm:pt modelId="{09310592-A401-445D-BCB1-42A6715218A7}" type="pres">
      <dgm:prSet presAssocID="{AF3DAD5D-76D0-425D-BBD4-06E95BF07D97}" presName="composite" presStyleCnt="0"/>
      <dgm:spPr/>
    </dgm:pt>
    <dgm:pt modelId="{4B76E7C7-69DA-4A9A-A081-3687A7A3DC96}" type="pres">
      <dgm:prSet presAssocID="{AF3DAD5D-76D0-425D-BBD4-06E95BF07D97}" presName="bentUpArrow1" presStyleLbl="alignImgPlace1" presStyleIdx="0" presStyleCnt="2"/>
      <dgm:spPr/>
    </dgm:pt>
    <dgm:pt modelId="{2AF7B335-3A7D-423E-9F05-2C88FE77E85C}" type="pres">
      <dgm:prSet presAssocID="{AF3DAD5D-76D0-425D-BBD4-06E95BF07D97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4CD7084F-49D3-43EC-8D32-5B1B49750F93}" type="pres">
      <dgm:prSet presAssocID="{AF3DAD5D-76D0-425D-BBD4-06E95BF07D97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3B3FB429-96C7-4DF2-906B-0FB2D41DFEFF}" type="pres">
      <dgm:prSet presAssocID="{4E108918-0DE3-4FCE-8C3D-D620F2B23A13}" presName="sibTrans" presStyleCnt="0"/>
      <dgm:spPr/>
    </dgm:pt>
    <dgm:pt modelId="{89DBC7F6-C943-435A-9545-D3D11A06BB6C}" type="pres">
      <dgm:prSet presAssocID="{8316FD51-FD80-4A66-A4A6-C8BCC3E7E844}" presName="composite" presStyleCnt="0"/>
      <dgm:spPr/>
    </dgm:pt>
    <dgm:pt modelId="{28B5B4B1-6CEF-466F-9063-2E98EE267764}" type="pres">
      <dgm:prSet presAssocID="{8316FD51-FD80-4A66-A4A6-C8BCC3E7E844}" presName="bentUpArrow1" presStyleLbl="alignImgPlace1" presStyleIdx="1" presStyleCnt="2"/>
      <dgm:spPr/>
    </dgm:pt>
    <dgm:pt modelId="{F4701CB7-D140-4464-9D83-03CAEF38E17A}" type="pres">
      <dgm:prSet presAssocID="{8316FD51-FD80-4A66-A4A6-C8BCC3E7E844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47885D2B-5D1A-4A69-B4B6-36C4A2826450}" type="pres">
      <dgm:prSet presAssocID="{8316FD51-FD80-4A66-A4A6-C8BCC3E7E844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F21F8149-9A7D-47FA-B635-D9A94FC1038A}" type="pres">
      <dgm:prSet presAssocID="{373DA716-9F90-4E29-8466-8D3E4831E3C5}" presName="sibTrans" presStyleCnt="0"/>
      <dgm:spPr/>
    </dgm:pt>
    <dgm:pt modelId="{E59E3632-27F9-4E8B-A3BD-1F715E8DD561}" type="pres">
      <dgm:prSet presAssocID="{3630F958-9CC0-4691-91A3-69D68FDC3D06}" presName="composite" presStyleCnt="0"/>
      <dgm:spPr/>
    </dgm:pt>
    <dgm:pt modelId="{B6B500C7-750F-4EF0-8650-689D3173022B}" type="pres">
      <dgm:prSet presAssocID="{3630F958-9CC0-4691-91A3-69D68FDC3D06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FFFB5F4F-9C42-43E9-9611-BEA82E5F8D6E}" srcId="{DC83CA55-C0E7-4690-A40B-9DA1CF44E5E3}" destId="{3630F958-9CC0-4691-91A3-69D68FDC3D06}" srcOrd="2" destOrd="0" parTransId="{A937892E-CB65-457A-8AAB-8B3FAD4E7688}" sibTransId="{94A2F5FF-8596-4C67-B5C7-DC7CC2A3BBEB}"/>
    <dgm:cxn modelId="{EAEFFD50-BE8A-494B-9ABC-5CA11210DCFA}" type="presOf" srcId="{AF3DAD5D-76D0-425D-BBD4-06E95BF07D97}" destId="{2AF7B335-3A7D-423E-9F05-2C88FE77E85C}" srcOrd="0" destOrd="0" presId="urn:microsoft.com/office/officeart/2005/8/layout/StepDownProcess"/>
    <dgm:cxn modelId="{5144F0B0-2A1E-44D4-9391-E9796D13579D}" type="presOf" srcId="{8316FD51-FD80-4A66-A4A6-C8BCC3E7E844}" destId="{F4701CB7-D140-4464-9D83-03CAEF38E17A}" srcOrd="0" destOrd="0" presId="urn:microsoft.com/office/officeart/2005/8/layout/StepDownProcess"/>
    <dgm:cxn modelId="{AEA183CE-24F8-4CD3-9F37-0C11652D9CEF}" type="presOf" srcId="{DC83CA55-C0E7-4690-A40B-9DA1CF44E5E3}" destId="{3E032B3A-A302-4242-B65F-4B5C4C76E5B3}" srcOrd="0" destOrd="0" presId="urn:microsoft.com/office/officeart/2005/8/layout/StepDownProcess"/>
    <dgm:cxn modelId="{C1BC99E1-D5BE-407C-8A36-F793DF3FBF1A}" type="presOf" srcId="{3630F958-9CC0-4691-91A3-69D68FDC3D06}" destId="{B6B500C7-750F-4EF0-8650-689D3173022B}" srcOrd="0" destOrd="0" presId="urn:microsoft.com/office/officeart/2005/8/layout/StepDownProcess"/>
    <dgm:cxn modelId="{E48E00EB-DAB7-4916-8712-B6D1404DCD65}" srcId="{DC83CA55-C0E7-4690-A40B-9DA1CF44E5E3}" destId="{AF3DAD5D-76D0-425D-BBD4-06E95BF07D97}" srcOrd="0" destOrd="0" parTransId="{3DB565E9-8F88-4A6D-98FB-DD8A048258FF}" sibTransId="{4E108918-0DE3-4FCE-8C3D-D620F2B23A13}"/>
    <dgm:cxn modelId="{80A7FFF3-3C00-41B4-9AB8-0723A55A3AC8}" srcId="{DC83CA55-C0E7-4690-A40B-9DA1CF44E5E3}" destId="{8316FD51-FD80-4A66-A4A6-C8BCC3E7E844}" srcOrd="1" destOrd="0" parTransId="{3D0D564C-2B65-42B3-85A4-2573A84B98A3}" sibTransId="{373DA716-9F90-4E29-8466-8D3E4831E3C5}"/>
    <dgm:cxn modelId="{A4145416-18A8-40DF-A2AC-8B87ED569EDA}" type="presParOf" srcId="{3E032B3A-A302-4242-B65F-4B5C4C76E5B3}" destId="{09310592-A401-445D-BCB1-42A6715218A7}" srcOrd="0" destOrd="0" presId="urn:microsoft.com/office/officeart/2005/8/layout/StepDownProcess"/>
    <dgm:cxn modelId="{5707DFBE-1996-4D3A-9F6D-B09BA0005E90}" type="presParOf" srcId="{09310592-A401-445D-BCB1-42A6715218A7}" destId="{4B76E7C7-69DA-4A9A-A081-3687A7A3DC96}" srcOrd="0" destOrd="0" presId="urn:microsoft.com/office/officeart/2005/8/layout/StepDownProcess"/>
    <dgm:cxn modelId="{313E215A-D8AD-45D0-9CBC-C70611DE8495}" type="presParOf" srcId="{09310592-A401-445D-BCB1-42A6715218A7}" destId="{2AF7B335-3A7D-423E-9F05-2C88FE77E85C}" srcOrd="1" destOrd="0" presId="urn:microsoft.com/office/officeart/2005/8/layout/StepDownProcess"/>
    <dgm:cxn modelId="{E05C6DAA-0E56-4181-84BE-8AA42828DC9D}" type="presParOf" srcId="{09310592-A401-445D-BCB1-42A6715218A7}" destId="{4CD7084F-49D3-43EC-8D32-5B1B49750F93}" srcOrd="2" destOrd="0" presId="urn:microsoft.com/office/officeart/2005/8/layout/StepDownProcess"/>
    <dgm:cxn modelId="{3B659A5D-368B-42B1-AE24-0BCDAA4E2C2B}" type="presParOf" srcId="{3E032B3A-A302-4242-B65F-4B5C4C76E5B3}" destId="{3B3FB429-96C7-4DF2-906B-0FB2D41DFEFF}" srcOrd="1" destOrd="0" presId="urn:microsoft.com/office/officeart/2005/8/layout/StepDownProcess"/>
    <dgm:cxn modelId="{E55ECBFB-B2E2-46CC-AC60-0C127E2456E1}" type="presParOf" srcId="{3E032B3A-A302-4242-B65F-4B5C4C76E5B3}" destId="{89DBC7F6-C943-435A-9545-D3D11A06BB6C}" srcOrd="2" destOrd="0" presId="urn:microsoft.com/office/officeart/2005/8/layout/StepDownProcess"/>
    <dgm:cxn modelId="{0E474BD8-096C-47D9-8036-C1AA652B1490}" type="presParOf" srcId="{89DBC7F6-C943-435A-9545-D3D11A06BB6C}" destId="{28B5B4B1-6CEF-466F-9063-2E98EE267764}" srcOrd="0" destOrd="0" presId="urn:microsoft.com/office/officeart/2005/8/layout/StepDownProcess"/>
    <dgm:cxn modelId="{C766727D-FB40-4504-BDF8-2F2FCC294B6C}" type="presParOf" srcId="{89DBC7F6-C943-435A-9545-D3D11A06BB6C}" destId="{F4701CB7-D140-4464-9D83-03CAEF38E17A}" srcOrd="1" destOrd="0" presId="urn:microsoft.com/office/officeart/2005/8/layout/StepDownProcess"/>
    <dgm:cxn modelId="{AE2AD0B4-924F-4B8F-9B2F-60EE4AF8511D}" type="presParOf" srcId="{89DBC7F6-C943-435A-9545-D3D11A06BB6C}" destId="{47885D2B-5D1A-4A69-B4B6-36C4A2826450}" srcOrd="2" destOrd="0" presId="urn:microsoft.com/office/officeart/2005/8/layout/StepDownProcess"/>
    <dgm:cxn modelId="{73CB9E2A-E56E-4756-8B01-375D955653B2}" type="presParOf" srcId="{3E032B3A-A302-4242-B65F-4B5C4C76E5B3}" destId="{F21F8149-9A7D-47FA-B635-D9A94FC1038A}" srcOrd="3" destOrd="0" presId="urn:microsoft.com/office/officeart/2005/8/layout/StepDownProcess"/>
    <dgm:cxn modelId="{8AFC29BB-C6FF-4BA1-82A8-2BAF9C304472}" type="presParOf" srcId="{3E032B3A-A302-4242-B65F-4B5C4C76E5B3}" destId="{E59E3632-27F9-4E8B-A3BD-1F715E8DD561}" srcOrd="4" destOrd="0" presId="urn:microsoft.com/office/officeart/2005/8/layout/StepDownProcess"/>
    <dgm:cxn modelId="{B614AD08-3FC4-4731-B1CA-325637821F8D}" type="presParOf" srcId="{E59E3632-27F9-4E8B-A3BD-1F715E8DD561}" destId="{B6B500C7-750F-4EF0-8650-689D3173022B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A70C99-EDCE-4BE8-B6FE-7F8AE3E0CE7D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pPr latinLnBrk="1"/>
          <a:endParaRPr lang="ko-KR" altLang="en-US"/>
        </a:p>
      </dgm:t>
    </dgm:pt>
    <dgm:pt modelId="{BA2AD558-4751-4C27-BD3E-7468D04EE31E}">
      <dgm:prSet phldrT="[텍스트]"/>
      <dgm:spPr/>
      <dgm:t>
        <a:bodyPr/>
        <a:lstStyle/>
        <a:p>
          <a:pPr latinLnBrk="1"/>
          <a:r>
            <a:rPr lang="ko-KR" altLang="en-US" dirty="0"/>
            <a:t>다양한 교육 훈련</a:t>
          </a:r>
        </a:p>
      </dgm:t>
    </dgm:pt>
    <dgm:pt modelId="{8C5A32AA-4D99-4931-9774-8092047F7238}" type="parTrans" cxnId="{A3069E0E-D752-4479-800C-0EE90A885F5E}">
      <dgm:prSet/>
      <dgm:spPr/>
      <dgm:t>
        <a:bodyPr/>
        <a:lstStyle/>
        <a:p>
          <a:pPr latinLnBrk="1"/>
          <a:endParaRPr lang="ko-KR" altLang="en-US"/>
        </a:p>
      </dgm:t>
    </dgm:pt>
    <dgm:pt modelId="{8040630A-09F6-4F1C-895E-5EDFC9CFFEFD}" type="sibTrans" cxnId="{A3069E0E-D752-4479-800C-0EE90A885F5E}">
      <dgm:prSet/>
      <dgm:spPr/>
      <dgm:t>
        <a:bodyPr/>
        <a:lstStyle/>
        <a:p>
          <a:pPr latinLnBrk="1"/>
          <a:endParaRPr lang="ko-KR" altLang="en-US"/>
        </a:p>
      </dgm:t>
    </dgm:pt>
    <dgm:pt modelId="{D36AC93E-3BB5-4431-BBAA-9D4C8CDFD636}">
      <dgm:prSet phldrT="[텍스트]"/>
      <dgm:spPr/>
      <dgm:t>
        <a:bodyPr/>
        <a:lstStyle/>
        <a:p>
          <a:pPr latinLnBrk="1"/>
          <a:r>
            <a:rPr lang="ko-KR" altLang="en-US" dirty="0"/>
            <a:t>포렌식 수사관 자격 갖춤</a:t>
          </a:r>
        </a:p>
      </dgm:t>
    </dgm:pt>
    <dgm:pt modelId="{E3242D50-1313-434E-9E2F-27CEA366322B}" type="parTrans" cxnId="{51565D62-52F1-468E-8397-072C8B62C8B2}">
      <dgm:prSet/>
      <dgm:spPr/>
      <dgm:t>
        <a:bodyPr/>
        <a:lstStyle/>
        <a:p>
          <a:pPr latinLnBrk="1"/>
          <a:endParaRPr lang="ko-KR" altLang="en-US"/>
        </a:p>
      </dgm:t>
    </dgm:pt>
    <dgm:pt modelId="{D13A53CD-E358-4A79-8C00-EB644E05B6BF}" type="sibTrans" cxnId="{51565D62-52F1-468E-8397-072C8B62C8B2}">
      <dgm:prSet/>
      <dgm:spPr/>
      <dgm:t>
        <a:bodyPr/>
        <a:lstStyle/>
        <a:p>
          <a:pPr latinLnBrk="1"/>
          <a:endParaRPr lang="ko-KR" altLang="en-US"/>
        </a:p>
      </dgm:t>
    </dgm:pt>
    <dgm:pt modelId="{6264CA07-6112-4DF0-8879-117A827DF557}">
      <dgm:prSet phldrT="[텍스트]"/>
      <dgm:spPr/>
      <dgm:t>
        <a:bodyPr/>
        <a:lstStyle/>
        <a:p>
          <a:pPr latinLnBrk="1"/>
          <a:r>
            <a:rPr lang="ko-KR" altLang="en-US" dirty="0"/>
            <a:t>연구 성과 공유</a:t>
          </a:r>
        </a:p>
      </dgm:t>
    </dgm:pt>
    <dgm:pt modelId="{CE9935CB-64B3-4D5C-BBB5-6884FF72A8FA}" type="parTrans" cxnId="{E917B328-645A-4F32-AFE3-A4641AFA5696}">
      <dgm:prSet/>
      <dgm:spPr/>
      <dgm:t>
        <a:bodyPr/>
        <a:lstStyle/>
        <a:p>
          <a:pPr latinLnBrk="1"/>
          <a:endParaRPr lang="ko-KR" altLang="en-US"/>
        </a:p>
      </dgm:t>
    </dgm:pt>
    <dgm:pt modelId="{AFF56E20-4C91-4942-AAD9-2FB68AC5462D}" type="sibTrans" cxnId="{E917B328-645A-4F32-AFE3-A4641AFA5696}">
      <dgm:prSet/>
      <dgm:spPr/>
      <dgm:t>
        <a:bodyPr/>
        <a:lstStyle/>
        <a:p>
          <a:pPr latinLnBrk="1"/>
          <a:endParaRPr lang="ko-KR" altLang="en-US"/>
        </a:p>
      </dgm:t>
    </dgm:pt>
    <dgm:pt modelId="{5D54862B-1A04-418F-BE70-0BACE27C6E34}" type="pres">
      <dgm:prSet presAssocID="{AAA70C99-EDCE-4BE8-B6FE-7F8AE3E0CE7D}" presName="Name0" presStyleCnt="0">
        <dgm:presLayoutVars>
          <dgm:chMax val="7"/>
          <dgm:chPref val="7"/>
          <dgm:dir/>
        </dgm:presLayoutVars>
      </dgm:prSet>
      <dgm:spPr/>
    </dgm:pt>
    <dgm:pt modelId="{3F17AA7F-50DD-4B63-B276-9C407D867C94}" type="pres">
      <dgm:prSet presAssocID="{AAA70C99-EDCE-4BE8-B6FE-7F8AE3E0CE7D}" presName="Name1" presStyleCnt="0"/>
      <dgm:spPr/>
    </dgm:pt>
    <dgm:pt modelId="{95BB3AC7-8849-431A-BEC7-C1862BB7AE51}" type="pres">
      <dgm:prSet presAssocID="{AAA70C99-EDCE-4BE8-B6FE-7F8AE3E0CE7D}" presName="cycle" presStyleCnt="0"/>
      <dgm:spPr/>
    </dgm:pt>
    <dgm:pt modelId="{0FD4ECD2-2574-4BB5-9EB1-BC848E583A85}" type="pres">
      <dgm:prSet presAssocID="{AAA70C99-EDCE-4BE8-B6FE-7F8AE3E0CE7D}" presName="srcNode" presStyleLbl="node1" presStyleIdx="0" presStyleCnt="3"/>
      <dgm:spPr/>
    </dgm:pt>
    <dgm:pt modelId="{8695DAE3-C441-4DF5-B382-F9C1BC277361}" type="pres">
      <dgm:prSet presAssocID="{AAA70C99-EDCE-4BE8-B6FE-7F8AE3E0CE7D}" presName="conn" presStyleLbl="parChTrans1D2" presStyleIdx="0" presStyleCnt="1"/>
      <dgm:spPr/>
    </dgm:pt>
    <dgm:pt modelId="{963D7CBF-3394-4812-879F-C5D75582790D}" type="pres">
      <dgm:prSet presAssocID="{AAA70C99-EDCE-4BE8-B6FE-7F8AE3E0CE7D}" presName="extraNode" presStyleLbl="node1" presStyleIdx="0" presStyleCnt="3"/>
      <dgm:spPr/>
    </dgm:pt>
    <dgm:pt modelId="{95B24A4D-1728-4AE4-AAFF-BB93124A8EB5}" type="pres">
      <dgm:prSet presAssocID="{AAA70C99-EDCE-4BE8-B6FE-7F8AE3E0CE7D}" presName="dstNode" presStyleLbl="node1" presStyleIdx="0" presStyleCnt="3"/>
      <dgm:spPr/>
    </dgm:pt>
    <dgm:pt modelId="{CC097AB9-CA93-4F96-B072-12A7660BD7FE}" type="pres">
      <dgm:prSet presAssocID="{BA2AD558-4751-4C27-BD3E-7468D04EE31E}" presName="text_1" presStyleLbl="node1" presStyleIdx="0" presStyleCnt="3">
        <dgm:presLayoutVars>
          <dgm:bulletEnabled val="1"/>
        </dgm:presLayoutVars>
      </dgm:prSet>
      <dgm:spPr/>
    </dgm:pt>
    <dgm:pt modelId="{3A12DC75-D8EF-4DB9-AC0D-F57805357047}" type="pres">
      <dgm:prSet presAssocID="{BA2AD558-4751-4C27-BD3E-7468D04EE31E}" presName="accent_1" presStyleCnt="0"/>
      <dgm:spPr/>
    </dgm:pt>
    <dgm:pt modelId="{25FAF1B4-FDB2-4698-8C04-AA57AE9FBBFA}" type="pres">
      <dgm:prSet presAssocID="{BA2AD558-4751-4C27-BD3E-7468D04EE31E}" presName="accentRepeatNode" presStyleLbl="solidFgAcc1" presStyleIdx="0" presStyleCnt="3"/>
      <dgm:spPr/>
    </dgm:pt>
    <dgm:pt modelId="{0A8BFF94-D52A-4563-A5D4-5547C3862F5D}" type="pres">
      <dgm:prSet presAssocID="{D36AC93E-3BB5-4431-BBAA-9D4C8CDFD636}" presName="text_2" presStyleLbl="node1" presStyleIdx="1" presStyleCnt="3">
        <dgm:presLayoutVars>
          <dgm:bulletEnabled val="1"/>
        </dgm:presLayoutVars>
      </dgm:prSet>
      <dgm:spPr/>
    </dgm:pt>
    <dgm:pt modelId="{8255FF72-227B-460A-A829-A2B118509BC5}" type="pres">
      <dgm:prSet presAssocID="{D36AC93E-3BB5-4431-BBAA-9D4C8CDFD636}" presName="accent_2" presStyleCnt="0"/>
      <dgm:spPr/>
    </dgm:pt>
    <dgm:pt modelId="{564C9B11-BB51-49AA-BFD6-F7B4995DB60E}" type="pres">
      <dgm:prSet presAssocID="{D36AC93E-3BB5-4431-BBAA-9D4C8CDFD636}" presName="accentRepeatNode" presStyleLbl="solidFgAcc1" presStyleIdx="1" presStyleCnt="3"/>
      <dgm:spPr/>
    </dgm:pt>
    <dgm:pt modelId="{D18497E9-DD4B-489A-AFB9-B2D290692D9B}" type="pres">
      <dgm:prSet presAssocID="{6264CA07-6112-4DF0-8879-117A827DF557}" presName="text_3" presStyleLbl="node1" presStyleIdx="2" presStyleCnt="3">
        <dgm:presLayoutVars>
          <dgm:bulletEnabled val="1"/>
        </dgm:presLayoutVars>
      </dgm:prSet>
      <dgm:spPr/>
    </dgm:pt>
    <dgm:pt modelId="{2E07D9EA-F934-46AF-B811-E62D5FCD9BC6}" type="pres">
      <dgm:prSet presAssocID="{6264CA07-6112-4DF0-8879-117A827DF557}" presName="accent_3" presStyleCnt="0"/>
      <dgm:spPr/>
    </dgm:pt>
    <dgm:pt modelId="{9C983EF3-8C3C-4BFC-8FBF-1533BD228DD9}" type="pres">
      <dgm:prSet presAssocID="{6264CA07-6112-4DF0-8879-117A827DF557}" presName="accentRepeatNode" presStyleLbl="solidFgAcc1" presStyleIdx="2" presStyleCnt="3"/>
      <dgm:spPr/>
    </dgm:pt>
  </dgm:ptLst>
  <dgm:cxnLst>
    <dgm:cxn modelId="{A3069E0E-D752-4479-800C-0EE90A885F5E}" srcId="{AAA70C99-EDCE-4BE8-B6FE-7F8AE3E0CE7D}" destId="{BA2AD558-4751-4C27-BD3E-7468D04EE31E}" srcOrd="0" destOrd="0" parTransId="{8C5A32AA-4D99-4931-9774-8092047F7238}" sibTransId="{8040630A-09F6-4F1C-895E-5EDFC9CFFEFD}"/>
    <dgm:cxn modelId="{A5C0E714-3A50-4E0F-93D4-F1A698A83C3D}" type="presOf" srcId="{BA2AD558-4751-4C27-BD3E-7468D04EE31E}" destId="{CC097AB9-CA93-4F96-B072-12A7660BD7FE}" srcOrd="0" destOrd="0" presId="urn:microsoft.com/office/officeart/2008/layout/VerticalCurvedList"/>
    <dgm:cxn modelId="{E917B328-645A-4F32-AFE3-A4641AFA5696}" srcId="{AAA70C99-EDCE-4BE8-B6FE-7F8AE3E0CE7D}" destId="{6264CA07-6112-4DF0-8879-117A827DF557}" srcOrd="2" destOrd="0" parTransId="{CE9935CB-64B3-4D5C-BBB5-6884FF72A8FA}" sibTransId="{AFF56E20-4C91-4942-AAD9-2FB68AC5462D}"/>
    <dgm:cxn modelId="{51565D62-52F1-468E-8397-072C8B62C8B2}" srcId="{AAA70C99-EDCE-4BE8-B6FE-7F8AE3E0CE7D}" destId="{D36AC93E-3BB5-4431-BBAA-9D4C8CDFD636}" srcOrd="1" destOrd="0" parTransId="{E3242D50-1313-434E-9E2F-27CEA366322B}" sibTransId="{D13A53CD-E358-4A79-8C00-EB644E05B6BF}"/>
    <dgm:cxn modelId="{8DE1E2D9-BCF5-4C46-B130-6E41DFD014DF}" type="presOf" srcId="{8040630A-09F6-4F1C-895E-5EDFC9CFFEFD}" destId="{8695DAE3-C441-4DF5-B382-F9C1BC277361}" srcOrd="0" destOrd="0" presId="urn:microsoft.com/office/officeart/2008/layout/VerticalCurvedList"/>
    <dgm:cxn modelId="{F41220DA-C3EC-481A-BCC5-321DDC1207A0}" type="presOf" srcId="{6264CA07-6112-4DF0-8879-117A827DF557}" destId="{D18497E9-DD4B-489A-AFB9-B2D290692D9B}" srcOrd="0" destOrd="0" presId="urn:microsoft.com/office/officeart/2008/layout/VerticalCurvedList"/>
    <dgm:cxn modelId="{2471EBE5-33BF-410F-BB70-5913562C52B8}" type="presOf" srcId="{D36AC93E-3BB5-4431-BBAA-9D4C8CDFD636}" destId="{0A8BFF94-D52A-4563-A5D4-5547C3862F5D}" srcOrd="0" destOrd="0" presId="urn:microsoft.com/office/officeart/2008/layout/VerticalCurvedList"/>
    <dgm:cxn modelId="{385B06FC-3AEB-491E-A294-B71144DD34CB}" type="presOf" srcId="{AAA70C99-EDCE-4BE8-B6FE-7F8AE3E0CE7D}" destId="{5D54862B-1A04-418F-BE70-0BACE27C6E34}" srcOrd="0" destOrd="0" presId="urn:microsoft.com/office/officeart/2008/layout/VerticalCurvedList"/>
    <dgm:cxn modelId="{2D24582A-4249-4619-90F7-EED0F9CBC37A}" type="presParOf" srcId="{5D54862B-1A04-418F-BE70-0BACE27C6E34}" destId="{3F17AA7F-50DD-4B63-B276-9C407D867C94}" srcOrd="0" destOrd="0" presId="urn:microsoft.com/office/officeart/2008/layout/VerticalCurvedList"/>
    <dgm:cxn modelId="{84295C06-F072-4AF5-A5C6-F20100943EF3}" type="presParOf" srcId="{3F17AA7F-50DD-4B63-B276-9C407D867C94}" destId="{95BB3AC7-8849-431A-BEC7-C1862BB7AE51}" srcOrd="0" destOrd="0" presId="urn:microsoft.com/office/officeart/2008/layout/VerticalCurvedList"/>
    <dgm:cxn modelId="{E04B0B1D-CAB6-4CC0-B9AD-6700F88D9799}" type="presParOf" srcId="{95BB3AC7-8849-431A-BEC7-C1862BB7AE51}" destId="{0FD4ECD2-2574-4BB5-9EB1-BC848E583A85}" srcOrd="0" destOrd="0" presId="urn:microsoft.com/office/officeart/2008/layout/VerticalCurvedList"/>
    <dgm:cxn modelId="{9C276E68-5166-4DF3-BF55-A5B9E9617A0C}" type="presParOf" srcId="{95BB3AC7-8849-431A-BEC7-C1862BB7AE51}" destId="{8695DAE3-C441-4DF5-B382-F9C1BC277361}" srcOrd="1" destOrd="0" presId="urn:microsoft.com/office/officeart/2008/layout/VerticalCurvedList"/>
    <dgm:cxn modelId="{65947447-4AA0-4E21-BC96-476F9CB25EE4}" type="presParOf" srcId="{95BB3AC7-8849-431A-BEC7-C1862BB7AE51}" destId="{963D7CBF-3394-4812-879F-C5D75582790D}" srcOrd="2" destOrd="0" presId="urn:microsoft.com/office/officeart/2008/layout/VerticalCurvedList"/>
    <dgm:cxn modelId="{0D79AA4E-B09E-49FF-8158-AB471A6DBAB3}" type="presParOf" srcId="{95BB3AC7-8849-431A-BEC7-C1862BB7AE51}" destId="{95B24A4D-1728-4AE4-AAFF-BB93124A8EB5}" srcOrd="3" destOrd="0" presId="urn:microsoft.com/office/officeart/2008/layout/VerticalCurvedList"/>
    <dgm:cxn modelId="{2764434A-AC8D-4450-B8B2-DAFCFD5FEA9F}" type="presParOf" srcId="{3F17AA7F-50DD-4B63-B276-9C407D867C94}" destId="{CC097AB9-CA93-4F96-B072-12A7660BD7FE}" srcOrd="1" destOrd="0" presId="urn:microsoft.com/office/officeart/2008/layout/VerticalCurvedList"/>
    <dgm:cxn modelId="{2CD9589D-D48D-4160-AC70-C7F63039C2E8}" type="presParOf" srcId="{3F17AA7F-50DD-4B63-B276-9C407D867C94}" destId="{3A12DC75-D8EF-4DB9-AC0D-F57805357047}" srcOrd="2" destOrd="0" presId="urn:microsoft.com/office/officeart/2008/layout/VerticalCurvedList"/>
    <dgm:cxn modelId="{010F383A-A04D-4657-8BBA-78C836BA94C7}" type="presParOf" srcId="{3A12DC75-D8EF-4DB9-AC0D-F57805357047}" destId="{25FAF1B4-FDB2-4698-8C04-AA57AE9FBBFA}" srcOrd="0" destOrd="0" presId="urn:microsoft.com/office/officeart/2008/layout/VerticalCurvedList"/>
    <dgm:cxn modelId="{77D228D5-CF2A-4241-A757-F4242392F4A1}" type="presParOf" srcId="{3F17AA7F-50DD-4B63-B276-9C407D867C94}" destId="{0A8BFF94-D52A-4563-A5D4-5547C3862F5D}" srcOrd="3" destOrd="0" presId="urn:microsoft.com/office/officeart/2008/layout/VerticalCurvedList"/>
    <dgm:cxn modelId="{FB54CB59-817F-4A0B-9080-31F9387858B9}" type="presParOf" srcId="{3F17AA7F-50DD-4B63-B276-9C407D867C94}" destId="{8255FF72-227B-460A-A829-A2B118509BC5}" srcOrd="4" destOrd="0" presId="urn:microsoft.com/office/officeart/2008/layout/VerticalCurvedList"/>
    <dgm:cxn modelId="{54FF39C5-E9DA-4260-BEFC-E688BBCA09FC}" type="presParOf" srcId="{8255FF72-227B-460A-A829-A2B118509BC5}" destId="{564C9B11-BB51-49AA-BFD6-F7B4995DB60E}" srcOrd="0" destOrd="0" presId="urn:microsoft.com/office/officeart/2008/layout/VerticalCurvedList"/>
    <dgm:cxn modelId="{50DD2F03-0C30-483F-8D3D-A42ADA0519E7}" type="presParOf" srcId="{3F17AA7F-50DD-4B63-B276-9C407D867C94}" destId="{D18497E9-DD4B-489A-AFB9-B2D290692D9B}" srcOrd="5" destOrd="0" presId="urn:microsoft.com/office/officeart/2008/layout/VerticalCurvedList"/>
    <dgm:cxn modelId="{68A16547-E016-4113-8197-D528566AC174}" type="presParOf" srcId="{3F17AA7F-50DD-4B63-B276-9C407D867C94}" destId="{2E07D9EA-F934-46AF-B811-E62D5FCD9BC6}" srcOrd="6" destOrd="0" presId="urn:microsoft.com/office/officeart/2008/layout/VerticalCurvedList"/>
    <dgm:cxn modelId="{4C679BEC-12C0-479D-832F-205955378231}" type="presParOf" srcId="{2E07D9EA-F934-46AF-B811-E62D5FCD9BC6}" destId="{9C983EF3-8C3C-4BFC-8FBF-1533BD228DD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F171B7D-2F84-4047-97C4-13F8AF0E26D4}" type="doc">
      <dgm:prSet loTypeId="urn:microsoft.com/office/officeart/2005/8/layout/p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pPr latinLnBrk="1"/>
          <a:endParaRPr lang="ko-KR" altLang="en-US"/>
        </a:p>
      </dgm:t>
    </dgm:pt>
    <dgm:pt modelId="{6CE79095-3A7B-4FD5-9FC9-F521DC4F6387}">
      <dgm:prSet phldrT="[텍스트]" phldr="0"/>
      <dgm:spPr/>
      <dgm:t>
        <a:bodyPr/>
        <a:lstStyle/>
        <a:p>
          <a:pPr latinLnBrk="1"/>
          <a:r>
            <a:rPr lang="en-US" altLang="ko-KR" dirty="0"/>
            <a:t>PC</a:t>
          </a:r>
          <a:endParaRPr lang="ko-KR" altLang="en-US" dirty="0"/>
        </a:p>
      </dgm:t>
    </dgm:pt>
    <dgm:pt modelId="{22DEDEC0-BED3-48CE-877D-08812C505F9B}" type="parTrans" cxnId="{E72A1C52-EAB2-43E3-A053-9D76C213AEAB}">
      <dgm:prSet/>
      <dgm:spPr/>
      <dgm:t>
        <a:bodyPr/>
        <a:lstStyle/>
        <a:p>
          <a:pPr latinLnBrk="1"/>
          <a:endParaRPr lang="ko-KR" altLang="en-US"/>
        </a:p>
      </dgm:t>
    </dgm:pt>
    <dgm:pt modelId="{87BBC61B-498D-452B-A4BB-347A904E1835}" type="sibTrans" cxnId="{E72A1C52-EAB2-43E3-A053-9D76C213AEAB}">
      <dgm:prSet/>
      <dgm:spPr/>
      <dgm:t>
        <a:bodyPr/>
        <a:lstStyle/>
        <a:p>
          <a:pPr latinLnBrk="1"/>
          <a:endParaRPr lang="ko-KR" altLang="en-US"/>
        </a:p>
      </dgm:t>
    </dgm:pt>
    <dgm:pt modelId="{1BD7AC1D-F43C-4313-A87B-E45539AEF98B}">
      <dgm:prSet phldrT="[텍스트]"/>
      <dgm:spPr/>
      <dgm:t>
        <a:bodyPr/>
        <a:lstStyle/>
        <a:p>
          <a:pPr latinLnBrk="1"/>
          <a:r>
            <a:rPr lang="ko-KR" altLang="en-US" dirty="0"/>
            <a:t>모바일</a:t>
          </a:r>
        </a:p>
      </dgm:t>
    </dgm:pt>
    <dgm:pt modelId="{F437A1D8-9385-4BAF-A1C0-6FA4A5EA2FCD}" type="parTrans" cxnId="{F5BF3D66-7709-47CA-A6FD-28861053C9C9}">
      <dgm:prSet/>
      <dgm:spPr/>
      <dgm:t>
        <a:bodyPr/>
        <a:lstStyle/>
        <a:p>
          <a:pPr latinLnBrk="1"/>
          <a:endParaRPr lang="ko-KR" altLang="en-US"/>
        </a:p>
      </dgm:t>
    </dgm:pt>
    <dgm:pt modelId="{8CE6E177-8D75-4105-A045-D36CE4796C05}" type="sibTrans" cxnId="{F5BF3D66-7709-47CA-A6FD-28861053C9C9}">
      <dgm:prSet/>
      <dgm:spPr/>
      <dgm:t>
        <a:bodyPr/>
        <a:lstStyle/>
        <a:p>
          <a:pPr latinLnBrk="1"/>
          <a:endParaRPr lang="ko-KR" altLang="en-US"/>
        </a:p>
      </dgm:t>
    </dgm:pt>
    <dgm:pt modelId="{512AD1CB-D3BC-43E2-9356-6283BE063794}">
      <dgm:prSet phldrT="[텍스트]" custT="1"/>
      <dgm:spPr/>
      <dgm:t>
        <a:bodyPr/>
        <a:lstStyle/>
        <a:p>
          <a:pPr latinLnBrk="1"/>
          <a:r>
            <a:rPr lang="ko-KR" altLang="en-US" sz="2100" dirty="0"/>
            <a:t>동영상</a:t>
          </a:r>
          <a:r>
            <a:rPr lang="en-US" altLang="ko-KR" sz="1800" dirty="0"/>
            <a:t>vs</a:t>
          </a:r>
          <a:r>
            <a:rPr lang="ko-KR" altLang="en-US" sz="1800" dirty="0"/>
            <a:t>영상</a:t>
          </a:r>
          <a:endParaRPr lang="ko-KR" altLang="en-US" sz="2400" dirty="0"/>
        </a:p>
      </dgm:t>
    </dgm:pt>
    <dgm:pt modelId="{0822D3C1-BAB3-4F42-93F5-3FE0FA87E49E}" type="parTrans" cxnId="{C2CCD22D-63FE-4B5D-8931-48464B198605}">
      <dgm:prSet/>
      <dgm:spPr/>
      <dgm:t>
        <a:bodyPr/>
        <a:lstStyle/>
        <a:p>
          <a:pPr latinLnBrk="1"/>
          <a:endParaRPr lang="ko-KR" altLang="en-US"/>
        </a:p>
      </dgm:t>
    </dgm:pt>
    <dgm:pt modelId="{AD6BBF18-BED8-465D-B284-E34F7AA555A2}" type="sibTrans" cxnId="{C2CCD22D-63FE-4B5D-8931-48464B198605}">
      <dgm:prSet/>
      <dgm:spPr/>
      <dgm:t>
        <a:bodyPr/>
        <a:lstStyle/>
        <a:p>
          <a:pPr latinLnBrk="1"/>
          <a:endParaRPr lang="ko-KR" altLang="en-US"/>
        </a:p>
      </dgm:t>
    </dgm:pt>
    <dgm:pt modelId="{1620B47B-2073-4B74-BB27-CAEF51F454EC}">
      <dgm:prSet phldrT="[텍스트]" custT="1"/>
      <dgm:spPr/>
      <dgm:t>
        <a:bodyPr/>
        <a:lstStyle/>
        <a:p>
          <a:pPr latinLnBrk="1"/>
          <a:r>
            <a:rPr lang="en-US" altLang="ko-KR" sz="2700" dirty="0"/>
            <a:t>CCTV</a:t>
          </a:r>
          <a:endParaRPr lang="ko-KR" altLang="en-US" sz="2700" dirty="0"/>
        </a:p>
      </dgm:t>
    </dgm:pt>
    <dgm:pt modelId="{7FF1DF99-4D4F-49B9-B9F3-D73BCD220261}" type="parTrans" cxnId="{1CA07E84-050E-48D6-B813-9AA29F6FA9C5}">
      <dgm:prSet/>
      <dgm:spPr/>
      <dgm:t>
        <a:bodyPr/>
        <a:lstStyle/>
        <a:p>
          <a:pPr latinLnBrk="1"/>
          <a:endParaRPr lang="ko-KR" altLang="en-US"/>
        </a:p>
      </dgm:t>
    </dgm:pt>
    <dgm:pt modelId="{5E3D350E-93C9-4436-B404-6CD3E259D1A0}" type="sibTrans" cxnId="{1CA07E84-050E-48D6-B813-9AA29F6FA9C5}">
      <dgm:prSet/>
      <dgm:spPr/>
      <dgm:t>
        <a:bodyPr/>
        <a:lstStyle/>
        <a:p>
          <a:pPr latinLnBrk="1"/>
          <a:endParaRPr lang="ko-KR" altLang="en-US"/>
        </a:p>
      </dgm:t>
    </dgm:pt>
    <dgm:pt modelId="{F2383674-0F9C-4C4F-8AA5-32DC15C99EC1}">
      <dgm:prSet phldrT="[텍스트]" phldr="0"/>
      <dgm:spPr/>
      <dgm:t>
        <a:bodyPr/>
        <a:lstStyle/>
        <a:p>
          <a:pPr latinLnBrk="1"/>
          <a:r>
            <a:rPr lang="ko-KR" altLang="en-US" dirty="0"/>
            <a:t>속성분석</a:t>
          </a:r>
        </a:p>
      </dgm:t>
    </dgm:pt>
    <dgm:pt modelId="{D46B59AE-F9CB-4834-8DB1-8AD3589A5658}" type="parTrans" cxnId="{1A38C676-F284-401A-93F6-7BAE70A91EB3}">
      <dgm:prSet/>
      <dgm:spPr/>
      <dgm:t>
        <a:bodyPr/>
        <a:lstStyle/>
        <a:p>
          <a:pPr latinLnBrk="1"/>
          <a:endParaRPr lang="ko-KR" altLang="en-US"/>
        </a:p>
      </dgm:t>
    </dgm:pt>
    <dgm:pt modelId="{A57B32E5-25B3-4CA5-B8B5-7D887DAF0706}" type="sibTrans" cxnId="{1A38C676-F284-401A-93F6-7BAE70A91EB3}">
      <dgm:prSet/>
      <dgm:spPr/>
      <dgm:t>
        <a:bodyPr/>
        <a:lstStyle/>
        <a:p>
          <a:pPr latinLnBrk="1"/>
          <a:endParaRPr lang="ko-KR" altLang="en-US"/>
        </a:p>
      </dgm:t>
    </dgm:pt>
    <dgm:pt modelId="{01AEF01F-65F7-422C-AEE9-E3A93D8434D6}">
      <dgm:prSet phldrT="[텍스트]"/>
      <dgm:spPr/>
      <dgm:t>
        <a:bodyPr/>
        <a:lstStyle/>
        <a:p>
          <a:pPr latinLnBrk="1"/>
          <a:r>
            <a:rPr lang="ko-KR" altLang="en-US" dirty="0"/>
            <a:t>운영체제</a:t>
          </a:r>
        </a:p>
      </dgm:t>
    </dgm:pt>
    <dgm:pt modelId="{4D03FC90-9BC3-4EA1-BC9D-C68A59EA26CD}" type="parTrans" cxnId="{9062EA7B-C6F4-4DD6-9AEF-66EE3FA37E0F}">
      <dgm:prSet/>
      <dgm:spPr/>
      <dgm:t>
        <a:bodyPr/>
        <a:lstStyle/>
        <a:p>
          <a:pPr latinLnBrk="1"/>
          <a:endParaRPr lang="ko-KR" altLang="en-US"/>
        </a:p>
      </dgm:t>
    </dgm:pt>
    <dgm:pt modelId="{A15121DF-7EFF-4042-8172-C033B452042F}" type="sibTrans" cxnId="{9062EA7B-C6F4-4DD6-9AEF-66EE3FA37E0F}">
      <dgm:prSet/>
      <dgm:spPr/>
      <dgm:t>
        <a:bodyPr/>
        <a:lstStyle/>
        <a:p>
          <a:pPr latinLnBrk="1"/>
          <a:endParaRPr lang="ko-KR" altLang="en-US"/>
        </a:p>
      </dgm:t>
    </dgm:pt>
    <dgm:pt modelId="{C9FA2CC4-30A9-4EB8-8D2B-4898453B2C10}">
      <dgm:prSet phldrT="[텍스트]" custT="1"/>
      <dgm:spPr/>
      <dgm:t>
        <a:bodyPr/>
        <a:lstStyle/>
        <a:p>
          <a:pPr latinLnBrk="1"/>
          <a:r>
            <a:rPr lang="ko-KR" altLang="en-US" sz="2100" dirty="0"/>
            <a:t>객체분석</a:t>
          </a:r>
          <a:br>
            <a:rPr lang="en-US" altLang="ko-KR" sz="2100" dirty="0"/>
          </a:br>
          <a:r>
            <a:rPr lang="en-US" altLang="ko-KR" sz="2100" dirty="0"/>
            <a:t>(</a:t>
          </a:r>
          <a:r>
            <a:rPr lang="ko-KR" altLang="en-US" sz="2100" dirty="0"/>
            <a:t>비정형분석</a:t>
          </a:r>
          <a:r>
            <a:rPr lang="en-US" altLang="ko-KR" sz="2100" dirty="0"/>
            <a:t>)</a:t>
          </a:r>
          <a:endParaRPr lang="ko-KR" altLang="en-US" sz="2100" dirty="0"/>
        </a:p>
      </dgm:t>
    </dgm:pt>
    <dgm:pt modelId="{8B065BBB-CF5F-4B2B-AC06-938A8AC0A44F}" type="parTrans" cxnId="{F52FE270-A771-43B6-8DCA-F095813105BA}">
      <dgm:prSet/>
      <dgm:spPr/>
      <dgm:t>
        <a:bodyPr/>
        <a:lstStyle/>
        <a:p>
          <a:pPr latinLnBrk="1"/>
          <a:endParaRPr lang="ko-KR" altLang="en-US"/>
        </a:p>
      </dgm:t>
    </dgm:pt>
    <dgm:pt modelId="{BFFA91FE-9445-407B-AF48-CEAAEAEEEF51}" type="sibTrans" cxnId="{F52FE270-A771-43B6-8DCA-F095813105BA}">
      <dgm:prSet/>
      <dgm:spPr/>
      <dgm:t>
        <a:bodyPr/>
        <a:lstStyle/>
        <a:p>
          <a:pPr latinLnBrk="1"/>
          <a:endParaRPr lang="ko-KR" altLang="en-US"/>
        </a:p>
      </dgm:t>
    </dgm:pt>
    <dgm:pt modelId="{D90878A3-3E9E-4821-9D6C-2BAA6A6748E8}">
      <dgm:prSet phldrT="[텍스트]"/>
      <dgm:spPr/>
      <dgm:t>
        <a:bodyPr/>
        <a:lstStyle/>
        <a:p>
          <a:pPr latinLnBrk="1"/>
          <a:r>
            <a:rPr lang="ko-KR" altLang="en-US" dirty="0"/>
            <a:t>복호화</a:t>
          </a:r>
        </a:p>
      </dgm:t>
    </dgm:pt>
    <dgm:pt modelId="{CB2C698F-7821-4ADF-9BEF-8A44957B5469}" type="parTrans" cxnId="{02936660-5747-4A3C-B68F-C0B4C3A7527B}">
      <dgm:prSet/>
      <dgm:spPr/>
      <dgm:t>
        <a:bodyPr/>
        <a:lstStyle/>
        <a:p>
          <a:pPr latinLnBrk="1"/>
          <a:endParaRPr lang="ko-KR" altLang="en-US"/>
        </a:p>
      </dgm:t>
    </dgm:pt>
    <dgm:pt modelId="{10F55A88-C4BF-40FE-B75B-ED74C1B23543}" type="sibTrans" cxnId="{02936660-5747-4A3C-B68F-C0B4C3A7527B}">
      <dgm:prSet/>
      <dgm:spPr/>
      <dgm:t>
        <a:bodyPr/>
        <a:lstStyle/>
        <a:p>
          <a:pPr latinLnBrk="1"/>
          <a:endParaRPr lang="ko-KR" altLang="en-US"/>
        </a:p>
      </dgm:t>
    </dgm:pt>
    <dgm:pt modelId="{45B4F2B6-7463-423C-876C-BF8EFDEC4B95}">
      <dgm:prSet phldrT="[텍스트]" phldr="0"/>
      <dgm:spPr/>
      <dgm:t>
        <a:bodyPr/>
        <a:lstStyle/>
        <a:p>
          <a:pPr latinLnBrk="1"/>
          <a:r>
            <a:rPr lang="ko-KR" altLang="en-US" dirty="0"/>
            <a:t>의미분석</a:t>
          </a:r>
        </a:p>
      </dgm:t>
    </dgm:pt>
    <dgm:pt modelId="{AFAA26A4-A511-4AAD-8EC2-5109657BB42B}" type="parTrans" cxnId="{75314397-DFED-4A9F-A9FD-8E6761E54709}">
      <dgm:prSet/>
      <dgm:spPr/>
      <dgm:t>
        <a:bodyPr/>
        <a:lstStyle/>
        <a:p>
          <a:pPr latinLnBrk="1"/>
          <a:endParaRPr lang="ko-KR" altLang="en-US"/>
        </a:p>
      </dgm:t>
    </dgm:pt>
    <dgm:pt modelId="{5FD46CFE-07D8-4FCC-9EA7-E5E43D0E4793}" type="sibTrans" cxnId="{75314397-DFED-4A9F-A9FD-8E6761E54709}">
      <dgm:prSet/>
      <dgm:spPr/>
      <dgm:t>
        <a:bodyPr/>
        <a:lstStyle/>
        <a:p>
          <a:pPr latinLnBrk="1"/>
          <a:endParaRPr lang="ko-KR" altLang="en-US"/>
        </a:p>
      </dgm:t>
    </dgm:pt>
    <dgm:pt modelId="{D5561022-3F77-4F84-949A-DBDFA1C2F08A}">
      <dgm:prSet phldrT="[텍스트]"/>
      <dgm:spPr/>
      <dgm:t>
        <a:bodyPr/>
        <a:lstStyle/>
        <a:p>
          <a:pPr latinLnBrk="1"/>
          <a:r>
            <a:rPr lang="ko-KR" altLang="en-US" dirty="0"/>
            <a:t>데이터베이스</a:t>
          </a:r>
        </a:p>
      </dgm:t>
    </dgm:pt>
    <dgm:pt modelId="{F91A9E87-8189-4A68-9C3B-DB63BF395292}" type="parTrans" cxnId="{81590DCE-F24B-46F9-9527-54CC3FF8BD05}">
      <dgm:prSet/>
      <dgm:spPr/>
      <dgm:t>
        <a:bodyPr/>
        <a:lstStyle/>
        <a:p>
          <a:pPr latinLnBrk="1"/>
          <a:endParaRPr lang="ko-KR" altLang="en-US"/>
        </a:p>
      </dgm:t>
    </dgm:pt>
    <dgm:pt modelId="{6A3F5C27-0041-4586-AB30-7F8438EA0682}" type="sibTrans" cxnId="{81590DCE-F24B-46F9-9527-54CC3FF8BD05}">
      <dgm:prSet/>
      <dgm:spPr/>
      <dgm:t>
        <a:bodyPr/>
        <a:lstStyle/>
        <a:p>
          <a:pPr latinLnBrk="1"/>
          <a:endParaRPr lang="ko-KR" altLang="en-US"/>
        </a:p>
      </dgm:t>
    </dgm:pt>
    <dgm:pt modelId="{6B5429E1-8575-4284-B70E-5FF9524DAD77}" type="pres">
      <dgm:prSet presAssocID="{8F171B7D-2F84-4047-97C4-13F8AF0E26D4}" presName="Name0" presStyleCnt="0">
        <dgm:presLayoutVars>
          <dgm:dir/>
          <dgm:resizeHandles val="exact"/>
        </dgm:presLayoutVars>
      </dgm:prSet>
      <dgm:spPr/>
    </dgm:pt>
    <dgm:pt modelId="{711E9684-30A5-4B82-ACE9-4ABF6D2715D8}" type="pres">
      <dgm:prSet presAssocID="{8F171B7D-2F84-4047-97C4-13F8AF0E26D4}" presName="bkgdShp" presStyleLbl="alignAccFollowNode1" presStyleIdx="0" presStyleCnt="1"/>
      <dgm:spPr/>
    </dgm:pt>
    <dgm:pt modelId="{7DC26527-64B6-44AA-9457-0C8DE29A7529}" type="pres">
      <dgm:prSet presAssocID="{8F171B7D-2F84-4047-97C4-13F8AF0E26D4}" presName="linComp" presStyleCnt="0"/>
      <dgm:spPr/>
    </dgm:pt>
    <dgm:pt modelId="{460E9C65-D454-4C35-8E5F-487855DD3C2A}" type="pres">
      <dgm:prSet presAssocID="{6CE79095-3A7B-4FD5-9FC9-F521DC4F6387}" presName="compNode" presStyleCnt="0"/>
      <dgm:spPr/>
    </dgm:pt>
    <dgm:pt modelId="{FD7E3AF0-5750-4C19-9419-4DD2E37AC5B4}" type="pres">
      <dgm:prSet presAssocID="{6CE79095-3A7B-4FD5-9FC9-F521DC4F6387}" presName="node" presStyleLbl="node1" presStyleIdx="0" presStyleCnt="3">
        <dgm:presLayoutVars>
          <dgm:bulletEnabled val="1"/>
        </dgm:presLayoutVars>
      </dgm:prSet>
      <dgm:spPr/>
    </dgm:pt>
    <dgm:pt modelId="{44CBC509-A911-4A18-967D-76E496C95E77}" type="pres">
      <dgm:prSet presAssocID="{6CE79095-3A7B-4FD5-9FC9-F521DC4F6387}" presName="invisiNode" presStyleLbl="node1" presStyleIdx="0" presStyleCnt="3"/>
      <dgm:spPr/>
    </dgm:pt>
    <dgm:pt modelId="{7C24ED01-180A-42F1-9060-550E302A0444}" type="pres">
      <dgm:prSet presAssocID="{6CE79095-3A7B-4FD5-9FC9-F521DC4F6387}" presName="imagNode" presStyleLbl="fgImgPlace1" presStyleIdx="0" presStyleCnt="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17000" r="-17000"/>
          </a:stretch>
        </a:blipFill>
      </dgm:spPr>
    </dgm:pt>
    <dgm:pt modelId="{7FEB9FBF-3D66-4D56-90C2-94364A7EA672}" type="pres">
      <dgm:prSet presAssocID="{87BBC61B-498D-452B-A4BB-347A904E1835}" presName="sibTrans" presStyleLbl="sibTrans2D1" presStyleIdx="0" presStyleCnt="0"/>
      <dgm:spPr/>
    </dgm:pt>
    <dgm:pt modelId="{137BD665-C02D-4E18-A695-C30CE414F829}" type="pres">
      <dgm:prSet presAssocID="{1BD7AC1D-F43C-4313-A87B-E45539AEF98B}" presName="compNode" presStyleCnt="0"/>
      <dgm:spPr/>
    </dgm:pt>
    <dgm:pt modelId="{3ED7D2AF-B0E5-446B-864A-3FBFF6E3C7D9}" type="pres">
      <dgm:prSet presAssocID="{1BD7AC1D-F43C-4313-A87B-E45539AEF98B}" presName="node" presStyleLbl="node1" presStyleIdx="1" presStyleCnt="3">
        <dgm:presLayoutVars>
          <dgm:bulletEnabled val="1"/>
        </dgm:presLayoutVars>
      </dgm:prSet>
      <dgm:spPr/>
    </dgm:pt>
    <dgm:pt modelId="{399E92CD-0D0A-478B-BBAA-DA508C2B10DF}" type="pres">
      <dgm:prSet presAssocID="{1BD7AC1D-F43C-4313-A87B-E45539AEF98B}" presName="invisiNode" presStyleLbl="node1" presStyleIdx="1" presStyleCnt="3"/>
      <dgm:spPr/>
    </dgm:pt>
    <dgm:pt modelId="{1D12A47D-49AA-457D-AE9A-035C2EEF5ADC}" type="pres">
      <dgm:prSet presAssocID="{1BD7AC1D-F43C-4313-A87B-E45539AEF98B}" presName="imagNode" presStyleLbl="fgImgPlace1" presStyleIdx="1" presStyleCnt="3"/>
      <dgm:spPr>
        <a:blipFill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6000" r="-6000"/>
          </a:stretch>
        </a:blipFill>
      </dgm:spPr>
    </dgm:pt>
    <dgm:pt modelId="{594BC390-BBFF-4759-8C11-594FE214E7B4}" type="pres">
      <dgm:prSet presAssocID="{8CE6E177-8D75-4105-A045-D36CE4796C05}" presName="sibTrans" presStyleLbl="sibTrans2D1" presStyleIdx="0" presStyleCnt="0"/>
      <dgm:spPr/>
    </dgm:pt>
    <dgm:pt modelId="{773AC658-B7DE-4111-BFBF-5CB6B00FE066}" type="pres">
      <dgm:prSet presAssocID="{1620B47B-2073-4B74-BB27-CAEF51F454EC}" presName="compNode" presStyleCnt="0"/>
      <dgm:spPr/>
    </dgm:pt>
    <dgm:pt modelId="{DE1F0616-AAD3-488D-8C5F-2876051A3419}" type="pres">
      <dgm:prSet presAssocID="{1620B47B-2073-4B74-BB27-CAEF51F454EC}" presName="node" presStyleLbl="node1" presStyleIdx="2" presStyleCnt="3">
        <dgm:presLayoutVars>
          <dgm:bulletEnabled val="1"/>
        </dgm:presLayoutVars>
      </dgm:prSet>
      <dgm:spPr/>
    </dgm:pt>
    <dgm:pt modelId="{B9D733C9-784F-4A91-854E-D30BDB0AFEDA}" type="pres">
      <dgm:prSet presAssocID="{1620B47B-2073-4B74-BB27-CAEF51F454EC}" presName="invisiNode" presStyleLbl="node1" presStyleIdx="2" presStyleCnt="3"/>
      <dgm:spPr/>
    </dgm:pt>
    <dgm:pt modelId="{9D82B7E7-75EC-4DD0-964C-DEE477FE92E7}" type="pres">
      <dgm:prSet presAssocID="{1620B47B-2073-4B74-BB27-CAEF51F454EC}" presName="imagNode" presStyleLbl="fgImgPlace1" presStyleIdx="2" presStyleCnt="3"/>
      <dgm:spPr>
        <a:blipFill>
          <a:blip xmlns:r="http://schemas.openxmlformats.org/officeDocument/2006/relationships"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l="-6000" r="-6000"/>
          </a:stretch>
        </a:blipFill>
      </dgm:spPr>
    </dgm:pt>
  </dgm:ptLst>
  <dgm:cxnLst>
    <dgm:cxn modelId="{E2511809-3F00-432B-8193-4D4DE723799E}" type="presOf" srcId="{87BBC61B-498D-452B-A4BB-347A904E1835}" destId="{7FEB9FBF-3D66-4D56-90C2-94364A7EA672}" srcOrd="0" destOrd="0" presId="urn:microsoft.com/office/officeart/2005/8/layout/pList2"/>
    <dgm:cxn modelId="{83AEA712-C4D9-4A10-BA07-666F36A0F426}" type="presOf" srcId="{D90878A3-3E9E-4821-9D6C-2BAA6A6748E8}" destId="{3ED7D2AF-B0E5-446B-864A-3FBFF6E3C7D9}" srcOrd="0" destOrd="2" presId="urn:microsoft.com/office/officeart/2005/8/layout/pList2"/>
    <dgm:cxn modelId="{C2CCD22D-63FE-4B5D-8931-48464B198605}" srcId="{1620B47B-2073-4B74-BB27-CAEF51F454EC}" destId="{512AD1CB-D3BC-43E2-9356-6283BE063794}" srcOrd="0" destOrd="0" parTransId="{0822D3C1-BAB3-4F42-93F5-3FE0FA87E49E}" sibTransId="{AD6BBF18-BED8-465D-B284-E34F7AA555A2}"/>
    <dgm:cxn modelId="{02936660-5747-4A3C-B68F-C0B4C3A7527B}" srcId="{1BD7AC1D-F43C-4313-A87B-E45539AEF98B}" destId="{D90878A3-3E9E-4821-9D6C-2BAA6A6748E8}" srcOrd="1" destOrd="0" parTransId="{CB2C698F-7821-4ADF-9BEF-8A44957B5469}" sibTransId="{10F55A88-C4BF-40FE-B75B-ED74C1B23543}"/>
    <dgm:cxn modelId="{F5BF3D66-7709-47CA-A6FD-28861053C9C9}" srcId="{8F171B7D-2F84-4047-97C4-13F8AF0E26D4}" destId="{1BD7AC1D-F43C-4313-A87B-E45539AEF98B}" srcOrd="1" destOrd="0" parTransId="{F437A1D8-9385-4BAF-A1C0-6FA4A5EA2FCD}" sibTransId="{8CE6E177-8D75-4105-A045-D36CE4796C05}"/>
    <dgm:cxn modelId="{55FB2368-070A-4881-B20A-73688ED8CB3B}" type="presOf" srcId="{C9FA2CC4-30A9-4EB8-8D2B-4898453B2C10}" destId="{DE1F0616-AAD3-488D-8C5F-2876051A3419}" srcOrd="0" destOrd="2" presId="urn:microsoft.com/office/officeart/2005/8/layout/pList2"/>
    <dgm:cxn modelId="{F52FE270-A771-43B6-8DCA-F095813105BA}" srcId="{1620B47B-2073-4B74-BB27-CAEF51F454EC}" destId="{C9FA2CC4-30A9-4EB8-8D2B-4898453B2C10}" srcOrd="1" destOrd="0" parTransId="{8B065BBB-CF5F-4B2B-AC06-938A8AC0A44F}" sibTransId="{BFFA91FE-9445-407B-AF48-CEAAEAEEEF51}"/>
    <dgm:cxn modelId="{E72A1C52-EAB2-43E3-A053-9D76C213AEAB}" srcId="{8F171B7D-2F84-4047-97C4-13F8AF0E26D4}" destId="{6CE79095-3A7B-4FD5-9FC9-F521DC4F6387}" srcOrd="0" destOrd="0" parTransId="{22DEDEC0-BED3-48CE-877D-08812C505F9B}" sibTransId="{87BBC61B-498D-452B-A4BB-347A904E1835}"/>
    <dgm:cxn modelId="{1A38C676-F284-401A-93F6-7BAE70A91EB3}" srcId="{6CE79095-3A7B-4FD5-9FC9-F521DC4F6387}" destId="{F2383674-0F9C-4C4F-8AA5-32DC15C99EC1}" srcOrd="0" destOrd="0" parTransId="{D46B59AE-F9CB-4834-8DB1-8AD3589A5658}" sibTransId="{A57B32E5-25B3-4CA5-B8B5-7D887DAF0706}"/>
    <dgm:cxn modelId="{EC51AE57-336B-4C1C-A954-06853DA4D459}" type="presOf" srcId="{1620B47B-2073-4B74-BB27-CAEF51F454EC}" destId="{DE1F0616-AAD3-488D-8C5F-2876051A3419}" srcOrd="0" destOrd="0" presId="urn:microsoft.com/office/officeart/2005/8/layout/pList2"/>
    <dgm:cxn modelId="{9062EA7B-C6F4-4DD6-9AEF-66EE3FA37E0F}" srcId="{1BD7AC1D-F43C-4313-A87B-E45539AEF98B}" destId="{01AEF01F-65F7-422C-AEE9-E3A93D8434D6}" srcOrd="0" destOrd="0" parTransId="{4D03FC90-9BC3-4EA1-BC9D-C68A59EA26CD}" sibTransId="{A15121DF-7EFF-4042-8172-C033B452042F}"/>
    <dgm:cxn modelId="{1CA07E84-050E-48D6-B813-9AA29F6FA9C5}" srcId="{8F171B7D-2F84-4047-97C4-13F8AF0E26D4}" destId="{1620B47B-2073-4B74-BB27-CAEF51F454EC}" srcOrd="2" destOrd="0" parTransId="{7FF1DF99-4D4F-49B9-B9F3-D73BCD220261}" sibTransId="{5E3D350E-93C9-4436-B404-6CD3E259D1A0}"/>
    <dgm:cxn modelId="{75314397-DFED-4A9F-A9FD-8E6761E54709}" srcId="{6CE79095-3A7B-4FD5-9FC9-F521DC4F6387}" destId="{45B4F2B6-7463-423C-876C-BF8EFDEC4B95}" srcOrd="1" destOrd="0" parTransId="{AFAA26A4-A511-4AAD-8EC2-5109657BB42B}" sibTransId="{5FD46CFE-07D8-4FCC-9EA7-E5E43D0E4793}"/>
    <dgm:cxn modelId="{5EEDE4A5-F8F7-432C-99BD-53AE2425D039}" type="presOf" srcId="{D5561022-3F77-4F84-949A-DBDFA1C2F08A}" destId="{3ED7D2AF-B0E5-446B-864A-3FBFF6E3C7D9}" srcOrd="0" destOrd="3" presId="urn:microsoft.com/office/officeart/2005/8/layout/pList2"/>
    <dgm:cxn modelId="{69BCADA6-DD21-4F1C-B64B-FB06BD1F62EC}" type="presOf" srcId="{512AD1CB-D3BC-43E2-9356-6283BE063794}" destId="{DE1F0616-AAD3-488D-8C5F-2876051A3419}" srcOrd="0" destOrd="1" presId="urn:microsoft.com/office/officeart/2005/8/layout/pList2"/>
    <dgm:cxn modelId="{45521AA7-B823-4057-A5C4-B226B0946B47}" type="presOf" srcId="{01AEF01F-65F7-422C-AEE9-E3A93D8434D6}" destId="{3ED7D2AF-B0E5-446B-864A-3FBFF6E3C7D9}" srcOrd="0" destOrd="1" presId="urn:microsoft.com/office/officeart/2005/8/layout/pList2"/>
    <dgm:cxn modelId="{A832C4AB-F9FC-454D-82A7-36DBA226BEDB}" type="presOf" srcId="{8F171B7D-2F84-4047-97C4-13F8AF0E26D4}" destId="{6B5429E1-8575-4284-B70E-5FF9524DAD77}" srcOrd="0" destOrd="0" presId="urn:microsoft.com/office/officeart/2005/8/layout/pList2"/>
    <dgm:cxn modelId="{81590DCE-F24B-46F9-9527-54CC3FF8BD05}" srcId="{1BD7AC1D-F43C-4313-A87B-E45539AEF98B}" destId="{D5561022-3F77-4F84-949A-DBDFA1C2F08A}" srcOrd="2" destOrd="0" parTransId="{F91A9E87-8189-4A68-9C3B-DB63BF395292}" sibTransId="{6A3F5C27-0041-4586-AB30-7F8438EA0682}"/>
    <dgm:cxn modelId="{39E58AD2-731B-4E47-90B1-0C4492895F01}" type="presOf" srcId="{6CE79095-3A7B-4FD5-9FC9-F521DC4F6387}" destId="{FD7E3AF0-5750-4C19-9419-4DD2E37AC5B4}" srcOrd="0" destOrd="0" presId="urn:microsoft.com/office/officeart/2005/8/layout/pList2"/>
    <dgm:cxn modelId="{C5DB07EC-1222-483C-9115-6526B4DFC664}" type="presOf" srcId="{F2383674-0F9C-4C4F-8AA5-32DC15C99EC1}" destId="{FD7E3AF0-5750-4C19-9419-4DD2E37AC5B4}" srcOrd="0" destOrd="1" presId="urn:microsoft.com/office/officeart/2005/8/layout/pList2"/>
    <dgm:cxn modelId="{40709DED-C748-4C5E-A869-5AB3158FA542}" type="presOf" srcId="{1BD7AC1D-F43C-4313-A87B-E45539AEF98B}" destId="{3ED7D2AF-B0E5-446B-864A-3FBFF6E3C7D9}" srcOrd="0" destOrd="0" presId="urn:microsoft.com/office/officeart/2005/8/layout/pList2"/>
    <dgm:cxn modelId="{46C57DF4-0AF3-4B17-8FCE-27DB8C2F9DC7}" type="presOf" srcId="{8CE6E177-8D75-4105-A045-D36CE4796C05}" destId="{594BC390-BBFF-4759-8C11-594FE214E7B4}" srcOrd="0" destOrd="0" presId="urn:microsoft.com/office/officeart/2005/8/layout/pList2"/>
    <dgm:cxn modelId="{4847F2F7-7A4D-4CC4-9564-243FEC881A06}" type="presOf" srcId="{45B4F2B6-7463-423C-876C-BF8EFDEC4B95}" destId="{FD7E3AF0-5750-4C19-9419-4DD2E37AC5B4}" srcOrd="0" destOrd="2" presId="urn:microsoft.com/office/officeart/2005/8/layout/pList2"/>
    <dgm:cxn modelId="{AA1F39ED-D034-4E18-BC83-415370833E43}" type="presParOf" srcId="{6B5429E1-8575-4284-B70E-5FF9524DAD77}" destId="{711E9684-30A5-4B82-ACE9-4ABF6D2715D8}" srcOrd="0" destOrd="0" presId="urn:microsoft.com/office/officeart/2005/8/layout/pList2"/>
    <dgm:cxn modelId="{A50CE0FC-3E84-4B49-9CAC-21DCBC53FAC7}" type="presParOf" srcId="{6B5429E1-8575-4284-B70E-5FF9524DAD77}" destId="{7DC26527-64B6-44AA-9457-0C8DE29A7529}" srcOrd="1" destOrd="0" presId="urn:microsoft.com/office/officeart/2005/8/layout/pList2"/>
    <dgm:cxn modelId="{E9D276F0-6A16-47EA-8343-46F9DB39B247}" type="presParOf" srcId="{7DC26527-64B6-44AA-9457-0C8DE29A7529}" destId="{460E9C65-D454-4C35-8E5F-487855DD3C2A}" srcOrd="0" destOrd="0" presId="urn:microsoft.com/office/officeart/2005/8/layout/pList2"/>
    <dgm:cxn modelId="{A3549CDD-7079-4543-8C3B-64C712B6C0B5}" type="presParOf" srcId="{460E9C65-D454-4C35-8E5F-487855DD3C2A}" destId="{FD7E3AF0-5750-4C19-9419-4DD2E37AC5B4}" srcOrd="0" destOrd="0" presId="urn:microsoft.com/office/officeart/2005/8/layout/pList2"/>
    <dgm:cxn modelId="{A6380ED4-4403-4339-8547-7271AAA04ACB}" type="presParOf" srcId="{460E9C65-D454-4C35-8E5F-487855DD3C2A}" destId="{44CBC509-A911-4A18-967D-76E496C95E77}" srcOrd="1" destOrd="0" presId="urn:microsoft.com/office/officeart/2005/8/layout/pList2"/>
    <dgm:cxn modelId="{09DD051B-BAB0-4E2C-B85D-3231AE4740D9}" type="presParOf" srcId="{460E9C65-D454-4C35-8E5F-487855DD3C2A}" destId="{7C24ED01-180A-42F1-9060-550E302A0444}" srcOrd="2" destOrd="0" presId="urn:microsoft.com/office/officeart/2005/8/layout/pList2"/>
    <dgm:cxn modelId="{D5C28EBE-6A48-4BDA-A8C3-77D124FDA0A1}" type="presParOf" srcId="{7DC26527-64B6-44AA-9457-0C8DE29A7529}" destId="{7FEB9FBF-3D66-4D56-90C2-94364A7EA672}" srcOrd="1" destOrd="0" presId="urn:microsoft.com/office/officeart/2005/8/layout/pList2"/>
    <dgm:cxn modelId="{0D54782C-E171-49A3-B0E8-A3F01A549C32}" type="presParOf" srcId="{7DC26527-64B6-44AA-9457-0C8DE29A7529}" destId="{137BD665-C02D-4E18-A695-C30CE414F829}" srcOrd="2" destOrd="0" presId="urn:microsoft.com/office/officeart/2005/8/layout/pList2"/>
    <dgm:cxn modelId="{7D088558-5610-4861-BAB8-C6DE1C872514}" type="presParOf" srcId="{137BD665-C02D-4E18-A695-C30CE414F829}" destId="{3ED7D2AF-B0E5-446B-864A-3FBFF6E3C7D9}" srcOrd="0" destOrd="0" presId="urn:microsoft.com/office/officeart/2005/8/layout/pList2"/>
    <dgm:cxn modelId="{FC43D5CB-AE6D-485B-B483-D5369556DCDA}" type="presParOf" srcId="{137BD665-C02D-4E18-A695-C30CE414F829}" destId="{399E92CD-0D0A-478B-BBAA-DA508C2B10DF}" srcOrd="1" destOrd="0" presId="urn:microsoft.com/office/officeart/2005/8/layout/pList2"/>
    <dgm:cxn modelId="{913A03DF-86AD-47A5-9B95-FDD44B9F06B2}" type="presParOf" srcId="{137BD665-C02D-4E18-A695-C30CE414F829}" destId="{1D12A47D-49AA-457D-AE9A-035C2EEF5ADC}" srcOrd="2" destOrd="0" presId="urn:microsoft.com/office/officeart/2005/8/layout/pList2"/>
    <dgm:cxn modelId="{4E41C8E0-14CE-4707-B84B-1FBD64A9ADEC}" type="presParOf" srcId="{7DC26527-64B6-44AA-9457-0C8DE29A7529}" destId="{594BC390-BBFF-4759-8C11-594FE214E7B4}" srcOrd="3" destOrd="0" presId="urn:microsoft.com/office/officeart/2005/8/layout/pList2"/>
    <dgm:cxn modelId="{F4069D57-3966-4C87-B5FC-8FB74EB02C69}" type="presParOf" srcId="{7DC26527-64B6-44AA-9457-0C8DE29A7529}" destId="{773AC658-B7DE-4111-BFBF-5CB6B00FE066}" srcOrd="4" destOrd="0" presId="urn:microsoft.com/office/officeart/2005/8/layout/pList2"/>
    <dgm:cxn modelId="{645737E6-2D15-4C83-B88D-DAF34FD37B32}" type="presParOf" srcId="{773AC658-B7DE-4111-BFBF-5CB6B00FE066}" destId="{DE1F0616-AAD3-488D-8C5F-2876051A3419}" srcOrd="0" destOrd="0" presId="urn:microsoft.com/office/officeart/2005/8/layout/pList2"/>
    <dgm:cxn modelId="{62E882B9-8269-4262-9F79-D5E3C0573D47}" type="presParOf" srcId="{773AC658-B7DE-4111-BFBF-5CB6B00FE066}" destId="{B9D733C9-784F-4A91-854E-D30BDB0AFEDA}" srcOrd="1" destOrd="0" presId="urn:microsoft.com/office/officeart/2005/8/layout/pList2"/>
    <dgm:cxn modelId="{63FAE92C-D3F9-458E-BCEE-863EB4861ACC}" type="presParOf" srcId="{773AC658-B7DE-4111-BFBF-5CB6B00FE066}" destId="{9D82B7E7-75EC-4DD0-964C-DEE477FE92E7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CBD6D1-FA57-409F-8A66-FB2EC824EC58}">
      <dsp:nvSpPr>
        <dsp:cNvPr id="0" name=""/>
        <dsp:cNvSpPr/>
      </dsp:nvSpPr>
      <dsp:spPr>
        <a:xfrm>
          <a:off x="1374164" y="-32039"/>
          <a:ext cx="5379671" cy="5379671"/>
        </a:xfrm>
        <a:prstGeom prst="circularArrow">
          <a:avLst>
            <a:gd name="adj1" fmla="val 5544"/>
            <a:gd name="adj2" fmla="val 330680"/>
            <a:gd name="adj3" fmla="val 13767645"/>
            <a:gd name="adj4" fmla="val 17391005"/>
            <a:gd name="adj5" fmla="val 5757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EB3E45-4667-4E2E-BF33-97E13F41CE9F}">
      <dsp:nvSpPr>
        <dsp:cNvPr id="0" name=""/>
        <dsp:cNvSpPr/>
      </dsp:nvSpPr>
      <dsp:spPr>
        <a:xfrm>
          <a:off x="2799953" y="2274"/>
          <a:ext cx="2528093" cy="126404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/>
            <a:t>무결성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kern="1200" dirty="0"/>
            <a:t>원본 동일성</a:t>
          </a:r>
        </a:p>
      </dsp:txBody>
      <dsp:txXfrm>
        <a:off x="2861659" y="63980"/>
        <a:ext cx="2404681" cy="1140634"/>
      </dsp:txXfrm>
    </dsp:sp>
    <dsp:sp modelId="{C7C1530C-AB81-448E-AF83-C97C878C5B8F}">
      <dsp:nvSpPr>
        <dsp:cNvPr id="0" name=""/>
        <dsp:cNvSpPr/>
      </dsp:nvSpPr>
      <dsp:spPr>
        <a:xfrm>
          <a:off x="4981774" y="1587460"/>
          <a:ext cx="2528093" cy="1264046"/>
        </a:xfrm>
        <a:prstGeom prst="roundRect">
          <a:avLst/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/>
            <a:t>신속성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kern="1200" dirty="0"/>
            <a:t>적시성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kern="1200" dirty="0" err="1"/>
            <a:t>결과현출</a:t>
          </a:r>
          <a:endParaRPr lang="ko-KR" altLang="en-US" sz="1200" kern="1200" dirty="0"/>
        </a:p>
      </dsp:txBody>
      <dsp:txXfrm>
        <a:off x="5043480" y="1649166"/>
        <a:ext cx="2404681" cy="1140634"/>
      </dsp:txXfrm>
    </dsp:sp>
    <dsp:sp modelId="{163233E0-38EB-4338-8230-CCAE4391BDF9}">
      <dsp:nvSpPr>
        <dsp:cNvPr id="0" name=""/>
        <dsp:cNvSpPr/>
      </dsp:nvSpPr>
      <dsp:spPr>
        <a:xfrm>
          <a:off x="4148393" y="4152345"/>
          <a:ext cx="2528093" cy="1264046"/>
        </a:xfrm>
        <a:prstGeom prst="round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/>
            <a:t>연계보관성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kern="1200" dirty="0"/>
            <a:t>증거관리</a:t>
          </a:r>
        </a:p>
      </dsp:txBody>
      <dsp:txXfrm>
        <a:off x="4210099" y="4214051"/>
        <a:ext cx="2404681" cy="1140634"/>
      </dsp:txXfrm>
    </dsp:sp>
    <dsp:sp modelId="{F7010EE1-3598-437D-AF3E-2E64078EEC52}">
      <dsp:nvSpPr>
        <dsp:cNvPr id="0" name=""/>
        <dsp:cNvSpPr/>
      </dsp:nvSpPr>
      <dsp:spPr>
        <a:xfrm>
          <a:off x="1451513" y="4152345"/>
          <a:ext cx="2528093" cy="1264046"/>
        </a:xfrm>
        <a:prstGeom prst="roundRect">
          <a:avLst/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/>
            <a:t>정당성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200" kern="1200" dirty="0"/>
            <a:t>(</a:t>
          </a:r>
          <a:r>
            <a:rPr lang="ko-KR" altLang="en-US" sz="1200" kern="1200" dirty="0"/>
            <a:t>주로</a:t>
          </a:r>
          <a:r>
            <a:rPr lang="en-US" altLang="ko-KR" sz="1200" kern="1200" dirty="0"/>
            <a:t>) </a:t>
          </a:r>
          <a:r>
            <a:rPr lang="ko-KR" altLang="en-US" sz="1200" kern="1200" dirty="0"/>
            <a:t>절차적</a:t>
          </a:r>
        </a:p>
      </dsp:txBody>
      <dsp:txXfrm>
        <a:off x="1513219" y="4214051"/>
        <a:ext cx="2404681" cy="1140634"/>
      </dsp:txXfrm>
    </dsp:sp>
    <dsp:sp modelId="{EB060546-7240-414F-A162-124A368E0983}">
      <dsp:nvSpPr>
        <dsp:cNvPr id="0" name=""/>
        <dsp:cNvSpPr/>
      </dsp:nvSpPr>
      <dsp:spPr>
        <a:xfrm>
          <a:off x="618131" y="1587460"/>
          <a:ext cx="2528093" cy="1264046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/>
            <a:t>재현성</a:t>
          </a: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200" kern="1200" dirty="0"/>
            <a:t>분석방법</a:t>
          </a:r>
        </a:p>
      </dsp:txBody>
      <dsp:txXfrm>
        <a:off x="679837" y="1649166"/>
        <a:ext cx="2404681" cy="11406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CBD6D1-FA57-409F-8A66-FB2EC824EC58}">
      <dsp:nvSpPr>
        <dsp:cNvPr id="0" name=""/>
        <dsp:cNvSpPr/>
      </dsp:nvSpPr>
      <dsp:spPr>
        <a:xfrm>
          <a:off x="1261226" y="-22425"/>
          <a:ext cx="3930327" cy="3930327"/>
        </a:xfrm>
        <a:prstGeom prst="circularArrow">
          <a:avLst>
            <a:gd name="adj1" fmla="val 5544"/>
            <a:gd name="adj2" fmla="val 330680"/>
            <a:gd name="adj3" fmla="val 13808073"/>
            <a:gd name="adj4" fmla="val 17366430"/>
            <a:gd name="adj5" fmla="val 5757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EB3E45-4667-4E2E-BF33-97E13F41CE9F}">
      <dsp:nvSpPr>
        <dsp:cNvPr id="0" name=""/>
        <dsp:cNvSpPr/>
      </dsp:nvSpPr>
      <dsp:spPr>
        <a:xfrm>
          <a:off x="2318968" y="760"/>
          <a:ext cx="1814844" cy="90742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무결성</a:t>
          </a:r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00" kern="1200" dirty="0"/>
            <a:t>원본 동일성</a:t>
          </a:r>
        </a:p>
      </dsp:txBody>
      <dsp:txXfrm>
        <a:off x="2363265" y="45057"/>
        <a:ext cx="1726250" cy="818828"/>
      </dsp:txXfrm>
    </dsp:sp>
    <dsp:sp modelId="{C7C1530C-AB81-448E-AF83-C97C878C5B8F}">
      <dsp:nvSpPr>
        <dsp:cNvPr id="0" name=""/>
        <dsp:cNvSpPr/>
      </dsp:nvSpPr>
      <dsp:spPr>
        <a:xfrm>
          <a:off x="3912982" y="1158879"/>
          <a:ext cx="1814844" cy="907422"/>
        </a:xfrm>
        <a:prstGeom prst="roundRect">
          <a:avLst/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신속성</a:t>
          </a:r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00" kern="1200" dirty="0"/>
            <a:t>적시성</a:t>
          </a:r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00" kern="1200" dirty="0" err="1"/>
            <a:t>결과현출</a:t>
          </a:r>
          <a:endParaRPr lang="ko-KR" altLang="en-US" sz="1000" kern="1200" dirty="0"/>
        </a:p>
      </dsp:txBody>
      <dsp:txXfrm>
        <a:off x="3957279" y="1203176"/>
        <a:ext cx="1726250" cy="818828"/>
      </dsp:txXfrm>
    </dsp:sp>
    <dsp:sp modelId="{163233E0-38EB-4338-8230-CCAE4391BDF9}">
      <dsp:nvSpPr>
        <dsp:cNvPr id="0" name=""/>
        <dsp:cNvSpPr/>
      </dsp:nvSpPr>
      <dsp:spPr>
        <a:xfrm>
          <a:off x="3304123" y="3032755"/>
          <a:ext cx="1814844" cy="907422"/>
        </a:xfrm>
        <a:prstGeom prst="round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연계보관성</a:t>
          </a:r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00" kern="1200" dirty="0"/>
            <a:t>증거관리</a:t>
          </a:r>
        </a:p>
      </dsp:txBody>
      <dsp:txXfrm>
        <a:off x="3348420" y="3077052"/>
        <a:ext cx="1726250" cy="818828"/>
      </dsp:txXfrm>
    </dsp:sp>
    <dsp:sp modelId="{F7010EE1-3598-437D-AF3E-2E64078EEC52}">
      <dsp:nvSpPr>
        <dsp:cNvPr id="0" name=""/>
        <dsp:cNvSpPr/>
      </dsp:nvSpPr>
      <dsp:spPr>
        <a:xfrm>
          <a:off x="1333813" y="3032755"/>
          <a:ext cx="1814844" cy="907422"/>
        </a:xfrm>
        <a:prstGeom prst="roundRect">
          <a:avLst/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정당성</a:t>
          </a:r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000" kern="1200" dirty="0"/>
            <a:t>(</a:t>
          </a:r>
          <a:r>
            <a:rPr lang="ko-KR" altLang="en-US" sz="1000" kern="1200"/>
            <a:t>주로</a:t>
          </a:r>
          <a:r>
            <a:rPr lang="en-US" altLang="ko-KR" sz="1000" kern="1200"/>
            <a:t>) </a:t>
          </a:r>
          <a:r>
            <a:rPr lang="ko-KR" altLang="en-US" sz="1000" kern="1200"/>
            <a:t>절차적</a:t>
          </a:r>
          <a:endParaRPr lang="ko-KR" altLang="en-US" sz="1000" kern="1200" dirty="0"/>
        </a:p>
      </dsp:txBody>
      <dsp:txXfrm>
        <a:off x="1378110" y="3077052"/>
        <a:ext cx="1726250" cy="818828"/>
      </dsp:txXfrm>
    </dsp:sp>
    <dsp:sp modelId="{EB060546-7240-414F-A162-124A368E0983}">
      <dsp:nvSpPr>
        <dsp:cNvPr id="0" name=""/>
        <dsp:cNvSpPr/>
      </dsp:nvSpPr>
      <dsp:spPr>
        <a:xfrm>
          <a:off x="724953" y="1158879"/>
          <a:ext cx="1814844" cy="907422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재현성</a:t>
          </a:r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00" kern="1200" dirty="0"/>
            <a:t>분석방법</a:t>
          </a:r>
        </a:p>
      </dsp:txBody>
      <dsp:txXfrm>
        <a:off x="769250" y="1203176"/>
        <a:ext cx="1726250" cy="8188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76E7C7-69DA-4A9A-A081-3687A7A3DC96}">
      <dsp:nvSpPr>
        <dsp:cNvPr id="0" name=""/>
        <dsp:cNvSpPr/>
      </dsp:nvSpPr>
      <dsp:spPr>
        <a:xfrm rot="5400000">
          <a:off x="1302164" y="1583167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F7B335-3A7D-423E-9F05-2C88FE77E85C}">
      <dsp:nvSpPr>
        <dsp:cNvPr id="0" name=""/>
        <dsp:cNvSpPr/>
      </dsp:nvSpPr>
      <dsp:spPr>
        <a:xfrm>
          <a:off x="931202" y="31045"/>
          <a:ext cx="2357070" cy="1649872"/>
        </a:xfrm>
        <a:prstGeom prst="roundRect">
          <a:avLst>
            <a:gd name="adj" fmla="val 166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100" kern="1200" dirty="0"/>
            <a:t>적법절차준수</a:t>
          </a:r>
        </a:p>
      </dsp:txBody>
      <dsp:txXfrm>
        <a:off x="1011757" y="111600"/>
        <a:ext cx="2195960" cy="1488762"/>
      </dsp:txXfrm>
    </dsp:sp>
    <dsp:sp modelId="{4CD7084F-49D3-43EC-8D32-5B1B49750F93}">
      <dsp:nvSpPr>
        <dsp:cNvPr id="0" name=""/>
        <dsp:cNvSpPr/>
      </dsp:nvSpPr>
      <dsp:spPr>
        <a:xfrm>
          <a:off x="3288273" y="188398"/>
          <a:ext cx="1714308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B5B4B1-6CEF-466F-9063-2E98EE267764}">
      <dsp:nvSpPr>
        <dsp:cNvPr id="0" name=""/>
        <dsp:cNvSpPr/>
      </dsp:nvSpPr>
      <dsp:spPr>
        <a:xfrm rot="5400000">
          <a:off x="3256426" y="3436519"/>
          <a:ext cx="1400175" cy="15940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-6685025"/>
            <a:satOff val="-25325"/>
            <a:lumOff val="84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701CB7-D140-4464-9D83-03CAEF38E17A}">
      <dsp:nvSpPr>
        <dsp:cNvPr id="0" name=""/>
        <dsp:cNvSpPr/>
      </dsp:nvSpPr>
      <dsp:spPr>
        <a:xfrm>
          <a:off x="2885464" y="1884397"/>
          <a:ext cx="2357070" cy="1649872"/>
        </a:xfrm>
        <a:prstGeom prst="roundRect">
          <a:avLst>
            <a:gd name="adj" fmla="val 1667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100" kern="1200" dirty="0"/>
            <a:t>도구의 </a:t>
          </a:r>
          <a:br>
            <a:rPr lang="en-US" altLang="ko-KR" sz="3100" kern="1200" dirty="0"/>
          </a:br>
          <a:r>
            <a:rPr lang="ko-KR" altLang="en-US" sz="3100" kern="1200" dirty="0"/>
            <a:t>신뢰성</a:t>
          </a:r>
        </a:p>
      </dsp:txBody>
      <dsp:txXfrm>
        <a:off x="2966019" y="1964952"/>
        <a:ext cx="2195960" cy="1488762"/>
      </dsp:txXfrm>
    </dsp:sp>
    <dsp:sp modelId="{47885D2B-5D1A-4A69-B4B6-36C4A2826450}">
      <dsp:nvSpPr>
        <dsp:cNvPr id="0" name=""/>
        <dsp:cNvSpPr/>
      </dsp:nvSpPr>
      <dsp:spPr>
        <a:xfrm>
          <a:off x="5242535" y="2041750"/>
          <a:ext cx="1714308" cy="133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B500C7-750F-4EF0-8650-689D3173022B}">
      <dsp:nvSpPr>
        <dsp:cNvPr id="0" name=""/>
        <dsp:cNvSpPr/>
      </dsp:nvSpPr>
      <dsp:spPr>
        <a:xfrm>
          <a:off x="4839726" y="3737748"/>
          <a:ext cx="2357070" cy="1649872"/>
        </a:xfrm>
        <a:prstGeom prst="roundRect">
          <a:avLst>
            <a:gd name="adj" fmla="val 1667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100" kern="1200" dirty="0"/>
            <a:t>수사관의 전문성</a:t>
          </a:r>
        </a:p>
      </dsp:txBody>
      <dsp:txXfrm>
        <a:off x="4920281" y="3818303"/>
        <a:ext cx="2195960" cy="14887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95DAE3-C441-4DF5-B382-F9C1BC277361}">
      <dsp:nvSpPr>
        <dsp:cNvPr id="0" name=""/>
        <dsp:cNvSpPr/>
      </dsp:nvSpPr>
      <dsp:spPr>
        <a:xfrm>
          <a:off x="-6125176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097AB9-CA93-4F96-B072-12A7660BD7FE}">
      <dsp:nvSpPr>
        <dsp:cNvPr id="0" name=""/>
        <dsp:cNvSpPr/>
      </dsp:nvSpPr>
      <dsp:spPr>
        <a:xfrm>
          <a:off x="752110" y="541866"/>
          <a:ext cx="7301111" cy="10837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106680" rIns="106680" bIns="106680" numCol="1" spcCol="1270" anchor="ctr" anchorCtr="0">
          <a:noAutofit/>
        </a:bodyPr>
        <a:lstStyle/>
        <a:p>
          <a:pPr marL="0" lvl="0" indent="0" algn="l" defTabSz="1866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4200" kern="1200" dirty="0"/>
            <a:t>다양한 교육 훈련</a:t>
          </a:r>
        </a:p>
      </dsp:txBody>
      <dsp:txXfrm>
        <a:off x="752110" y="541866"/>
        <a:ext cx="7301111" cy="1083733"/>
      </dsp:txXfrm>
    </dsp:sp>
    <dsp:sp modelId="{25FAF1B4-FDB2-4698-8C04-AA57AE9FBBFA}">
      <dsp:nvSpPr>
        <dsp:cNvPr id="0" name=""/>
        <dsp:cNvSpPr/>
      </dsp:nvSpPr>
      <dsp:spPr>
        <a:xfrm>
          <a:off x="74777" y="4064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8BFF94-D52A-4563-A5D4-5547C3862F5D}">
      <dsp:nvSpPr>
        <dsp:cNvPr id="0" name=""/>
        <dsp:cNvSpPr/>
      </dsp:nvSpPr>
      <dsp:spPr>
        <a:xfrm>
          <a:off x="1146048" y="2167466"/>
          <a:ext cx="6907174" cy="1083733"/>
        </a:xfrm>
        <a:prstGeom prst="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106680" rIns="106680" bIns="106680" numCol="1" spcCol="1270" anchor="ctr" anchorCtr="0">
          <a:noAutofit/>
        </a:bodyPr>
        <a:lstStyle/>
        <a:p>
          <a:pPr marL="0" lvl="0" indent="0" algn="l" defTabSz="1866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4200" kern="1200" dirty="0"/>
            <a:t>포렌식 수사관 자격 갖춤</a:t>
          </a:r>
        </a:p>
      </dsp:txBody>
      <dsp:txXfrm>
        <a:off x="1146048" y="2167466"/>
        <a:ext cx="6907174" cy="1083733"/>
      </dsp:txXfrm>
    </dsp:sp>
    <dsp:sp modelId="{564C9B11-BB51-49AA-BFD6-F7B4995DB60E}">
      <dsp:nvSpPr>
        <dsp:cNvPr id="0" name=""/>
        <dsp:cNvSpPr/>
      </dsp:nvSpPr>
      <dsp:spPr>
        <a:xfrm>
          <a:off x="468714" y="20320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8497E9-DD4B-489A-AFB9-B2D290692D9B}">
      <dsp:nvSpPr>
        <dsp:cNvPr id="0" name=""/>
        <dsp:cNvSpPr/>
      </dsp:nvSpPr>
      <dsp:spPr>
        <a:xfrm>
          <a:off x="752110" y="3793066"/>
          <a:ext cx="7301111" cy="1083733"/>
        </a:xfrm>
        <a:prstGeom prst="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106680" rIns="106680" bIns="106680" numCol="1" spcCol="1270" anchor="ctr" anchorCtr="0">
          <a:noAutofit/>
        </a:bodyPr>
        <a:lstStyle/>
        <a:p>
          <a:pPr marL="0" lvl="0" indent="0" algn="l" defTabSz="1866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4200" kern="1200" dirty="0"/>
            <a:t>연구 성과 공유</a:t>
          </a:r>
        </a:p>
      </dsp:txBody>
      <dsp:txXfrm>
        <a:off x="752110" y="3793066"/>
        <a:ext cx="7301111" cy="1083733"/>
      </dsp:txXfrm>
    </dsp:sp>
    <dsp:sp modelId="{9C983EF3-8C3C-4BFC-8FBF-1533BD228DD9}">
      <dsp:nvSpPr>
        <dsp:cNvPr id="0" name=""/>
        <dsp:cNvSpPr/>
      </dsp:nvSpPr>
      <dsp:spPr>
        <a:xfrm>
          <a:off x="74777" y="36576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1E9684-30A5-4B82-ACE9-4ABF6D2715D8}">
      <dsp:nvSpPr>
        <dsp:cNvPr id="0" name=""/>
        <dsp:cNvSpPr/>
      </dsp:nvSpPr>
      <dsp:spPr>
        <a:xfrm>
          <a:off x="0" y="0"/>
          <a:ext cx="8128000" cy="243840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24ED01-180A-42F1-9060-550E302A0444}">
      <dsp:nvSpPr>
        <dsp:cNvPr id="0" name=""/>
        <dsp:cNvSpPr/>
      </dsp:nvSpPr>
      <dsp:spPr>
        <a:xfrm>
          <a:off x="243839" y="325120"/>
          <a:ext cx="2387600" cy="178816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17000" r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7E3AF0-5750-4C19-9419-4DD2E37AC5B4}">
      <dsp:nvSpPr>
        <dsp:cNvPr id="0" name=""/>
        <dsp:cNvSpPr/>
      </dsp:nvSpPr>
      <dsp:spPr>
        <a:xfrm rot="10800000">
          <a:off x="243839" y="2438400"/>
          <a:ext cx="2387600" cy="2980266"/>
        </a:xfrm>
        <a:prstGeom prst="round2SameRect">
          <a:avLst>
            <a:gd name="adj1" fmla="val 10500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t" anchorCtr="0">
          <a:noAutofit/>
        </a:bodyPr>
        <a:lstStyle/>
        <a:p>
          <a:pPr marL="0" lvl="0" indent="0" algn="l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700" kern="1200" dirty="0"/>
            <a:t>PC</a:t>
          </a:r>
          <a:endParaRPr lang="ko-KR" altLang="en-US" sz="2700" kern="1200" dirty="0"/>
        </a:p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속성분석</a:t>
          </a:r>
        </a:p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의미분석</a:t>
          </a:r>
        </a:p>
      </dsp:txBody>
      <dsp:txXfrm rot="10800000">
        <a:off x="317266" y="2438400"/>
        <a:ext cx="2240746" cy="2906839"/>
      </dsp:txXfrm>
    </dsp:sp>
    <dsp:sp modelId="{1D12A47D-49AA-457D-AE9A-035C2EEF5ADC}">
      <dsp:nvSpPr>
        <dsp:cNvPr id="0" name=""/>
        <dsp:cNvSpPr/>
      </dsp:nvSpPr>
      <dsp:spPr>
        <a:xfrm>
          <a:off x="2870200" y="325120"/>
          <a:ext cx="2387600" cy="178816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7D2AF-B0E5-446B-864A-3FBFF6E3C7D9}">
      <dsp:nvSpPr>
        <dsp:cNvPr id="0" name=""/>
        <dsp:cNvSpPr/>
      </dsp:nvSpPr>
      <dsp:spPr>
        <a:xfrm rot="10800000">
          <a:off x="2870200" y="2438400"/>
          <a:ext cx="2387600" cy="2980266"/>
        </a:xfrm>
        <a:prstGeom prst="round2SameRect">
          <a:avLst>
            <a:gd name="adj1" fmla="val 10500"/>
            <a:gd name="adj2" fmla="val 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t" anchorCtr="0">
          <a:noAutofit/>
        </a:bodyPr>
        <a:lstStyle/>
        <a:p>
          <a:pPr marL="0" lvl="0" indent="0" algn="l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700" kern="1200" dirty="0"/>
            <a:t>모바일</a:t>
          </a:r>
        </a:p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운영체제</a:t>
          </a:r>
        </a:p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복호화</a:t>
          </a:r>
        </a:p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데이터베이스</a:t>
          </a:r>
        </a:p>
      </dsp:txBody>
      <dsp:txXfrm rot="10800000">
        <a:off x="2943627" y="2438400"/>
        <a:ext cx="2240746" cy="2906839"/>
      </dsp:txXfrm>
    </dsp:sp>
    <dsp:sp modelId="{9D82B7E7-75EC-4DD0-964C-DEE477FE92E7}">
      <dsp:nvSpPr>
        <dsp:cNvPr id="0" name=""/>
        <dsp:cNvSpPr/>
      </dsp:nvSpPr>
      <dsp:spPr>
        <a:xfrm>
          <a:off x="5496559" y="325120"/>
          <a:ext cx="2387600" cy="178816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l="-6000" r="-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1F0616-AAD3-488D-8C5F-2876051A3419}">
      <dsp:nvSpPr>
        <dsp:cNvPr id="0" name=""/>
        <dsp:cNvSpPr/>
      </dsp:nvSpPr>
      <dsp:spPr>
        <a:xfrm rot="10800000">
          <a:off x="5496559" y="2438400"/>
          <a:ext cx="2387600" cy="2980266"/>
        </a:xfrm>
        <a:prstGeom prst="round2SameRect">
          <a:avLst>
            <a:gd name="adj1" fmla="val 10500"/>
            <a:gd name="adj2" fmla="val 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t" anchorCtr="0">
          <a:noAutofit/>
        </a:bodyPr>
        <a:lstStyle/>
        <a:p>
          <a:pPr marL="0" lvl="0" indent="0" algn="l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700" kern="1200" dirty="0"/>
            <a:t>CCTV</a:t>
          </a:r>
          <a:endParaRPr lang="ko-KR" altLang="en-US" sz="2700" kern="1200" dirty="0"/>
        </a:p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동영상</a:t>
          </a:r>
          <a:r>
            <a:rPr lang="en-US" altLang="ko-KR" sz="1800" kern="1200" dirty="0"/>
            <a:t>vs</a:t>
          </a:r>
          <a:r>
            <a:rPr lang="ko-KR" altLang="en-US" sz="1800" kern="1200" dirty="0"/>
            <a:t>영상</a:t>
          </a:r>
          <a:endParaRPr lang="ko-KR" altLang="en-US" sz="2400" kern="1200" dirty="0"/>
        </a:p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100" kern="1200" dirty="0"/>
            <a:t>객체분석</a:t>
          </a:r>
          <a:br>
            <a:rPr lang="en-US" altLang="ko-KR" sz="2100" kern="1200" dirty="0"/>
          </a:br>
          <a:r>
            <a:rPr lang="en-US" altLang="ko-KR" sz="2100" kern="1200" dirty="0"/>
            <a:t>(</a:t>
          </a:r>
          <a:r>
            <a:rPr lang="ko-KR" altLang="en-US" sz="2100" kern="1200" dirty="0"/>
            <a:t>비정형분석</a:t>
          </a:r>
          <a:r>
            <a:rPr lang="en-US" altLang="ko-KR" sz="2100" kern="1200" dirty="0"/>
            <a:t>)</a:t>
          </a:r>
          <a:endParaRPr lang="ko-KR" altLang="en-US" sz="2100" kern="1200" dirty="0"/>
        </a:p>
      </dsp:txBody>
      <dsp:txXfrm rot="10800000">
        <a:off x="5569986" y="2438400"/>
        <a:ext cx="2240746" cy="29068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4DF62C-8A93-1371-D14F-26ED98DF9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201CBF-590D-106B-A1DA-32F8F237F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B7A4EA-A541-8E65-5D01-03B72AABC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8DE0-5499-4AEE-B636-012C682B9589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899DBC-2E16-C409-AB24-C08AF79C1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834A21-D268-81E6-13A9-DFCAD94F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0436-4377-40DB-BF82-5142147C7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98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A4C81-630B-0F5D-9E39-61CFBD3B3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2E46DC-D480-64BC-04C5-0690A0CC0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673E85-AA1B-BB45-0C60-47D31144D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8DE0-5499-4AEE-B636-012C682B9589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461835-D239-9643-EE6A-7E74529C4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A72459-3B7B-4B61-8D5A-1123E7EC1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0436-4377-40DB-BF82-5142147C7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42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D7678-E518-386D-67FB-31CE296C5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E4367F-D713-22C0-09F5-8BEF8DB7C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24A7A0-2828-7931-31CB-6120FB4E3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8DE0-5499-4AEE-B636-012C682B9589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F03B36-53BD-D790-8ABF-5EF665E9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37ABDB-4544-CE53-BAD4-8ED1B0E9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0436-4377-40DB-BF82-5142147C7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91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3E907-E1FC-DE35-7417-F3F5C13EA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D45354-F38E-4F48-ED85-5DE5E1FE20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BD0427-3581-9DEC-1EE4-CD461731F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E04630-351E-9F98-2272-F33DF8DB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8DE0-5499-4AEE-B636-012C682B9589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6B6FA7-AFA3-2A94-4D56-9D06639F1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1B1E9A-D237-DE0B-6457-AD0F112C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0436-4377-40DB-BF82-5142147C7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79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A7116-ADB7-4CE7-B49C-C48D92EB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42A973-536E-26CA-A3DE-567E04048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AA8F0D-32CC-2D1F-A51C-3B2FF169E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F4BD64-98F8-778B-3159-66E791A02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7D41FC-F630-0A30-6CA1-746F407C50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D7FF2B-93BC-02DF-EB42-8B682EFA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8DE0-5499-4AEE-B636-012C682B9589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61C949E-A0ED-1358-2A7B-F98CFCE1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3E5D949-3734-1430-C3C8-57D8970E8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0436-4377-40DB-BF82-5142147C7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29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19A76-5046-ED27-162C-E8EBA0128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BC1171-3ACE-025C-7AAD-AB80DF0C7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8DE0-5499-4AEE-B636-012C682B9589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3B1263-24ED-AC62-A8AA-1D384E399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94231D-0A98-2911-C052-611C0604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0436-4377-40DB-BF82-5142147C7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94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0E775D-18BE-AE89-8E38-271783C5C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8DE0-5499-4AEE-B636-012C682B9589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144005-554D-D373-49D0-B6D42F5C6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24A766-19D1-4950-69F0-3E3FD0450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0436-4377-40DB-BF82-5142147C7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33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25403-5634-FB06-D707-C87CBF9A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53D61D-E4CC-2480-CE95-77A6E135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1DC38A-46E5-67A3-6C1D-21A73CB67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362019-E269-3A41-B31C-69E23151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8DE0-5499-4AEE-B636-012C682B9589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DB009E-0CDF-A976-DCE1-28004E571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4B7823-BAD9-34BD-FE40-587589ED3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0436-4377-40DB-BF82-5142147C7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70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09426-2222-770C-41AF-964D79A1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D378E6F-A701-DF23-F3EF-CBAB78056C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C94BA6-68AD-08D8-A7C4-2998CE4CF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F7EAE1-87B5-F8DA-28E6-5AABCC00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8DE0-5499-4AEE-B636-012C682B9589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32C625-B911-FAD8-B8DC-9A3F8047F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56E649-3CCD-F912-C308-C3A5B727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0436-4377-40DB-BF82-5142147C7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535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D0D75-155F-0E1F-F958-C2A54353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6F52CA-6A23-BA93-8065-C87B158DC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09F1BE-5BF8-1CB5-5733-B43CE9287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8DE0-5499-4AEE-B636-012C682B9589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72C508-817E-4743-343A-379FC5A7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8FF4E0-832E-AC40-689F-70C84D0E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0436-4377-40DB-BF82-5142147C7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132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2FDD6E-46B6-0D18-821A-4D5953902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01FE2B-B22F-DC62-A3C7-FFD791BBC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5C2928-D0C7-766B-D7A0-0C3BC69E0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8DE0-5499-4AEE-B636-012C682B9589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63E0D9-1CA5-6FE2-7B16-1F0965370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EC0FC0-5287-0E55-8137-0CDB6E48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0436-4377-40DB-BF82-5142147C7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52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AFC850-629B-D2D1-A5AD-157BEC6A8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7F8431-CCE2-3EB9-19D4-3D37D956C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D35161-FB60-24C5-5624-7B53975F5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8DE0-5499-4AEE-B636-012C682B9589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CFD7FF-29C6-5966-0196-B5E66226A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09C642-D9C5-8F99-27C8-3E0677BCA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70436-4377-40DB-BF82-5142147C7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8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.sv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3.svg"/><Relationship Id="rId9" Type="http://schemas.microsoft.com/office/2007/relationships/diagramDrawing" Target="../diagrams/drawin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B390023E-FE2E-889F-9CC8-1688A4185F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75679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768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C9ECD-2A0F-F81E-B375-58233CB26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3CD9DA7B-46A6-0211-2FA9-64F19560F54A}"/>
              </a:ext>
            </a:extLst>
          </p:cNvPr>
          <p:cNvGrpSpPr/>
          <p:nvPr/>
        </p:nvGrpSpPr>
        <p:grpSpPr>
          <a:xfrm>
            <a:off x="2007191" y="297711"/>
            <a:ext cx="7817292" cy="6294277"/>
            <a:chOff x="2007191" y="297711"/>
            <a:chExt cx="7817292" cy="6294277"/>
          </a:xfrm>
        </p:grpSpPr>
        <p:graphicFrame>
          <p:nvGraphicFramePr>
            <p:cNvPr id="4" name="다이어그램 3">
              <a:extLst>
                <a:ext uri="{FF2B5EF4-FFF2-40B4-BE49-F238E27FC236}">
                  <a16:creationId xmlns:a16="http://schemas.microsoft.com/office/drawing/2014/main" id="{20F9F589-BF8B-74FC-E949-5C652F6ECA0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294920379"/>
                </p:ext>
              </p:extLst>
            </p:nvPr>
          </p:nvGraphicFramePr>
          <p:xfrm>
            <a:off x="2627424" y="1318436"/>
            <a:ext cx="6452781" cy="394093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" name="설명선: 아래쪽 화살표 1">
              <a:extLst>
                <a:ext uri="{FF2B5EF4-FFF2-40B4-BE49-F238E27FC236}">
                  <a16:creationId xmlns:a16="http://schemas.microsoft.com/office/drawing/2014/main" id="{8A25ECA1-1225-074C-D15E-93AE4162CF9C}"/>
                </a:ext>
              </a:extLst>
            </p:cNvPr>
            <p:cNvSpPr/>
            <p:nvPr/>
          </p:nvSpPr>
          <p:spPr>
            <a:xfrm>
              <a:off x="4794102" y="297711"/>
              <a:ext cx="2119424" cy="956930"/>
            </a:xfrm>
            <a:prstGeom prst="downArrowCallou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전자정보상세목록</a:t>
              </a:r>
              <a:endParaRPr lang="en-US" altLang="ko-KR" dirty="0"/>
            </a:p>
            <a:p>
              <a:pPr algn="ctr"/>
              <a:r>
                <a:rPr lang="ko-KR" altLang="en-US" dirty="0"/>
                <a:t>확인절차</a:t>
              </a:r>
            </a:p>
          </p:txBody>
        </p:sp>
        <p:sp>
          <p:nvSpPr>
            <p:cNvPr id="3" name="설명선: 왼쪽 화살표 2">
              <a:extLst>
                <a:ext uri="{FF2B5EF4-FFF2-40B4-BE49-F238E27FC236}">
                  <a16:creationId xmlns:a16="http://schemas.microsoft.com/office/drawing/2014/main" id="{F99135DC-511F-59D8-8409-1451B96790F6}"/>
                </a:ext>
              </a:extLst>
            </p:cNvPr>
            <p:cNvSpPr/>
            <p:nvPr/>
          </p:nvSpPr>
          <p:spPr>
            <a:xfrm>
              <a:off x="8470604" y="2140690"/>
              <a:ext cx="1353879" cy="1536404"/>
            </a:xfrm>
            <a:prstGeom prst="leftArrowCallout">
              <a:avLst/>
            </a:prstGeom>
            <a:solidFill>
              <a:srgbClr val="94F31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적시</a:t>
              </a:r>
              <a:endParaRPr lang="en-US" altLang="ko-KR" dirty="0"/>
            </a:p>
            <a:p>
              <a:pPr algn="ctr"/>
              <a:r>
                <a:rPr lang="ko-KR" altLang="en-US" dirty="0"/>
                <a:t>조치</a:t>
              </a:r>
              <a:endParaRPr lang="en-US" altLang="ko-KR" dirty="0"/>
            </a:p>
            <a:p>
              <a:pPr algn="ctr"/>
              <a:r>
                <a:rPr lang="ko-KR" altLang="en-US" dirty="0"/>
                <a:t>보고</a:t>
              </a:r>
              <a:endParaRPr lang="en-US" altLang="ko-KR" dirty="0"/>
            </a:p>
          </p:txBody>
        </p:sp>
        <p:sp>
          <p:nvSpPr>
            <p:cNvPr id="5" name="설명선: 오른쪽 화살표 4">
              <a:extLst>
                <a:ext uri="{FF2B5EF4-FFF2-40B4-BE49-F238E27FC236}">
                  <a16:creationId xmlns:a16="http://schemas.microsoft.com/office/drawing/2014/main" id="{E62F75FD-AF89-C200-397A-EECE5DF08D39}"/>
                </a:ext>
              </a:extLst>
            </p:cNvPr>
            <p:cNvSpPr/>
            <p:nvPr/>
          </p:nvSpPr>
          <p:spPr>
            <a:xfrm>
              <a:off x="2007191" y="1753487"/>
              <a:ext cx="1240465" cy="2310809"/>
            </a:xfrm>
            <a:prstGeom prst="rightArrowCallou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검증</a:t>
              </a:r>
              <a:endParaRPr lang="en-US" altLang="ko-KR" dirty="0"/>
            </a:p>
            <a:p>
              <a:pPr algn="ctr"/>
              <a:r>
                <a:rPr lang="ko-KR" altLang="en-US" dirty="0"/>
                <a:t>도구</a:t>
              </a:r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r>
                <a:rPr lang="ko-KR" altLang="en-US" dirty="0"/>
                <a:t>원본</a:t>
              </a:r>
              <a:endParaRPr lang="en-US" altLang="ko-KR" dirty="0"/>
            </a:p>
            <a:p>
              <a:pPr algn="ctr"/>
              <a:r>
                <a:rPr lang="ko-KR" altLang="en-US" dirty="0"/>
                <a:t>보관</a:t>
              </a:r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r>
                <a:rPr lang="ko-KR" altLang="en-US" dirty="0"/>
                <a:t>전문</a:t>
              </a:r>
              <a:endParaRPr lang="en-US" altLang="ko-KR" dirty="0"/>
            </a:p>
            <a:p>
              <a:pPr algn="ctr"/>
              <a:r>
                <a:rPr lang="ko-KR" altLang="en-US" dirty="0"/>
                <a:t>수사</a:t>
              </a:r>
            </a:p>
          </p:txBody>
        </p:sp>
        <p:sp>
          <p:nvSpPr>
            <p:cNvPr id="6" name="설명선: 위쪽 화살표 5">
              <a:extLst>
                <a:ext uri="{FF2B5EF4-FFF2-40B4-BE49-F238E27FC236}">
                  <a16:creationId xmlns:a16="http://schemas.microsoft.com/office/drawing/2014/main" id="{F7BA4ACE-1B96-1B4A-4299-F47708E692E5}"/>
                </a:ext>
              </a:extLst>
            </p:cNvPr>
            <p:cNvSpPr/>
            <p:nvPr/>
          </p:nvSpPr>
          <p:spPr>
            <a:xfrm>
              <a:off x="3812362" y="5323169"/>
              <a:ext cx="1963479" cy="1268819"/>
            </a:xfrm>
            <a:prstGeom prst="upArrowCallout">
              <a:avLst/>
            </a:prstGeom>
            <a:solidFill>
              <a:srgbClr val="46DE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참여권 보장</a:t>
              </a:r>
              <a:endParaRPr lang="en-US" altLang="ko-KR" dirty="0"/>
            </a:p>
            <a:p>
              <a:pPr algn="ctr"/>
              <a:r>
                <a:rPr lang="ko-KR" altLang="en-US" dirty="0"/>
                <a:t>관련증거 선별</a:t>
              </a:r>
            </a:p>
          </p:txBody>
        </p:sp>
        <p:sp>
          <p:nvSpPr>
            <p:cNvPr id="8" name="설명선: 위쪽 화살표 7">
              <a:extLst>
                <a:ext uri="{FF2B5EF4-FFF2-40B4-BE49-F238E27FC236}">
                  <a16:creationId xmlns:a16="http://schemas.microsoft.com/office/drawing/2014/main" id="{905E9964-0DF3-6939-1A8D-1149C6FCB692}"/>
                </a:ext>
              </a:extLst>
            </p:cNvPr>
            <p:cNvSpPr/>
            <p:nvPr/>
          </p:nvSpPr>
          <p:spPr>
            <a:xfrm>
              <a:off x="5931786" y="5323169"/>
              <a:ext cx="1963479" cy="1268819"/>
            </a:xfrm>
            <a:prstGeom prst="upArrowCallout">
              <a:avLst/>
            </a:prstGeom>
            <a:solidFill>
              <a:srgbClr val="30E84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압수물</a:t>
              </a:r>
              <a:r>
                <a:rPr lang="ko-KR" altLang="en-US" dirty="0"/>
                <a:t> 봉인</a:t>
              </a:r>
              <a:endParaRPr lang="en-US" altLang="ko-KR" dirty="0"/>
            </a:p>
            <a:p>
              <a:pPr algn="ctr"/>
              <a:r>
                <a:rPr lang="ko-KR" altLang="en-US" dirty="0"/>
                <a:t>관계자 출입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6901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85443D56-9F66-9F72-0520-BE744D9459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8572262"/>
              </p:ext>
            </p:extLst>
          </p:nvPr>
        </p:nvGraphicFramePr>
        <p:xfrm>
          <a:off x="897861" y="54245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278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 descr="비커 단색으로 채워진">
            <a:extLst>
              <a:ext uri="{FF2B5EF4-FFF2-40B4-BE49-F238E27FC236}">
                <a16:creationId xmlns:a16="http://schemas.microsoft.com/office/drawing/2014/main" id="{6674A605-25D1-D1F5-3855-67D325A981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44996" y="4592750"/>
            <a:ext cx="914400" cy="914400"/>
          </a:xfrm>
          <a:prstGeom prst="rect">
            <a:avLst/>
          </a:prstGeom>
        </p:spPr>
      </p:pic>
      <p:pic>
        <p:nvPicPr>
          <p:cNvPr id="8" name="그래픽 7" descr="비즈니스 성장 단색으로 채워진">
            <a:extLst>
              <a:ext uri="{FF2B5EF4-FFF2-40B4-BE49-F238E27FC236}">
                <a16:creationId xmlns:a16="http://schemas.microsoft.com/office/drawing/2014/main" id="{CB3C34B3-55C0-3577-A682-CA49234F26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2196" y="2896436"/>
            <a:ext cx="914400" cy="914400"/>
          </a:xfrm>
          <a:prstGeom prst="rect">
            <a:avLst/>
          </a:prstGeom>
        </p:spPr>
      </p:pic>
      <p:pic>
        <p:nvPicPr>
          <p:cNvPr id="10" name="그래픽 9" descr="학사모 단색으로 채워진">
            <a:extLst>
              <a:ext uri="{FF2B5EF4-FFF2-40B4-BE49-F238E27FC236}">
                <a16:creationId xmlns:a16="http://schemas.microsoft.com/office/drawing/2014/main" id="{FA33415E-F5BE-7312-C797-DC4B6455F0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4996" y="1350851"/>
            <a:ext cx="914400" cy="914400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AD018C-C9A6-A64E-D2FE-CD199CA458B7}"/>
              </a:ext>
            </a:extLst>
          </p:cNvPr>
          <p:cNvGrpSpPr/>
          <p:nvPr/>
        </p:nvGrpSpPr>
        <p:grpSpPr>
          <a:xfrm>
            <a:off x="2032000" y="719666"/>
            <a:ext cx="8128000" cy="5418667"/>
            <a:chOff x="2032000" y="719666"/>
            <a:chExt cx="8128000" cy="5418667"/>
          </a:xfrm>
        </p:grpSpPr>
        <p:graphicFrame>
          <p:nvGraphicFramePr>
            <p:cNvPr id="4" name="다이어그램 3">
              <a:extLst>
                <a:ext uri="{FF2B5EF4-FFF2-40B4-BE49-F238E27FC236}">
                  <a16:creationId xmlns:a16="http://schemas.microsoft.com/office/drawing/2014/main" id="{440BCD39-5AAE-4B1F-2400-2AA22AD0596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174069185"/>
                </p:ext>
              </p:extLst>
            </p:nvPr>
          </p:nvGraphicFramePr>
          <p:xfrm>
            <a:off x="2032000" y="719666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  <p:pic>
          <p:nvPicPr>
            <p:cNvPr id="11" name="그래픽 10" descr="비커 단색으로 채워진">
              <a:extLst>
                <a:ext uri="{FF2B5EF4-FFF2-40B4-BE49-F238E27FC236}">
                  <a16:creationId xmlns:a16="http://schemas.microsoft.com/office/drawing/2014/main" id="{1885CF38-BED0-5F67-EE80-4454A32342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323731" y="4592750"/>
              <a:ext cx="914400" cy="914400"/>
            </a:xfrm>
            <a:prstGeom prst="rect">
              <a:avLst/>
            </a:prstGeom>
          </p:spPr>
        </p:pic>
        <p:pic>
          <p:nvPicPr>
            <p:cNvPr id="12" name="그래픽 11" descr="비즈니스 성장 단색으로 채워진">
              <a:extLst>
                <a:ext uri="{FF2B5EF4-FFF2-40B4-BE49-F238E27FC236}">
                  <a16:creationId xmlns:a16="http://schemas.microsoft.com/office/drawing/2014/main" id="{BAFC6FAC-FF7B-B8C7-6D05-94269193E4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80931" y="2896436"/>
              <a:ext cx="914400" cy="914400"/>
            </a:xfrm>
            <a:prstGeom prst="rect">
              <a:avLst/>
            </a:prstGeom>
          </p:spPr>
        </p:pic>
        <p:pic>
          <p:nvPicPr>
            <p:cNvPr id="13" name="그래픽 12" descr="학사모 단색으로 채워진">
              <a:extLst>
                <a:ext uri="{FF2B5EF4-FFF2-40B4-BE49-F238E27FC236}">
                  <a16:creationId xmlns:a16="http://schemas.microsoft.com/office/drawing/2014/main" id="{309A43DF-D15B-590B-76D9-3521CAE293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23731" y="1350851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4996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E060B0B3-448F-F30F-A8B0-7832779392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9944216"/>
              </p:ext>
            </p:extLst>
          </p:nvPr>
        </p:nvGraphicFramePr>
        <p:xfrm>
          <a:off x="2287181" y="61334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1920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81</Words>
  <Application>Microsoft Office PowerPoint</Application>
  <PresentationFormat>와이드스크린</PresentationFormat>
  <Paragraphs>55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 강</dc:creator>
  <cp:lastModifiedBy>민 강</cp:lastModifiedBy>
  <cp:revision>3</cp:revision>
  <dcterms:created xsi:type="dcterms:W3CDTF">2026-10-08T07:26:44Z</dcterms:created>
  <dcterms:modified xsi:type="dcterms:W3CDTF">2026-10-08T08:47:24Z</dcterms:modified>
</cp:coreProperties>
</file>